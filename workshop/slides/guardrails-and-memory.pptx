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3" r:id="rId4"/>
  </p:sldMasterIdLst>
  <p:notesMasterIdLst>
    <p:notesMasterId r:id="rId5"/>
  </p:notesMasterIdLst>
  <p:sldIdLst>
    <p:sldId id="256" r:id="rId14"/>
    <p:sldId id="257" r:id="rId13"/>
    <p:sldId id="258" r:id="rId12"/>
    <p:sldId id="259" r:id="rId11"/>
    <p:sldId id="260" r:id="rId10"/>
    <p:sldId id="261" r:id="rId9"/>
    <p:sldId id="262" r:id="rId8"/>
    <p:sldId id="263" r:id="rId7"/>
    <p:sldId id="264" r:id="rId6"/>
    <p:sldId id="265" r:id="rId23"/>
    <p:sldId id="266" r:id="rId24"/>
    <p:sldId id="267" r:id="rId25"/>
    <p:sldId id="268" r:id="rId26"/>
  </p:sldIdLst>
  <p:sldSz cy="5143500" cx="9144000"/>
  <p:notesSz cx="6858000" cy="9144000"/>
  <p:embeddedFontLst>
    <p:embeddedFont>
      <p:font typeface="Montserrat"/>
      <p:regular r:id="rId15"/>
      <p:bold r:id="rId16"/>
      <p:italic r:id="rId17"/>
      <p:boldItalic r:id="rId18"/>
    </p:embeddedFont>
    <p:embeddedFont>
      <p:font typeface="Montserrat Light"/>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9.xml"/><Relationship Id="rId7" Type="http://schemas.openxmlformats.org/officeDocument/2006/relationships/slide" Target="slides/slide8.xml"/><Relationship Id="rId8" Type="http://schemas.openxmlformats.org/officeDocument/2006/relationships/slide" Target="slides/slide7.xml"/><Relationship Id="rId9" Type="http://schemas.openxmlformats.org/officeDocument/2006/relationships/slide" Target="slides/slide6.xml"/><Relationship Id="rId10" Type="http://schemas.openxmlformats.org/officeDocument/2006/relationships/slide" Target="slides/slide5.xml"/><Relationship Id="rId11" Type="http://schemas.openxmlformats.org/officeDocument/2006/relationships/slide" Target="slides/slide4.xml"/><Relationship Id="rId12" Type="http://schemas.openxmlformats.org/officeDocument/2006/relationships/slide" Target="slides/slide3.xml"/><Relationship Id="rId13" Type="http://schemas.openxmlformats.org/officeDocument/2006/relationships/slide" Target="slides/slide2.xml"/><Relationship Id="rId14" Type="http://schemas.openxmlformats.org/officeDocument/2006/relationships/slide" Target="slides/slide1.xml"/><Relationship Id="rId15" Type="http://schemas.openxmlformats.org/officeDocument/2006/relationships/font" Target="fonts/Montserrat-regular.fntdata"/><Relationship Id="rId16" Type="http://schemas.openxmlformats.org/officeDocument/2006/relationships/font" Target="fonts/Montserrat-bold.fntdata"/><Relationship Id="rId17" Type="http://schemas.openxmlformats.org/officeDocument/2006/relationships/font" Target="fonts/Montserrat-italic.fntdata"/><Relationship Id="rId18" Type="http://schemas.openxmlformats.org/officeDocument/2006/relationships/font" Target="fonts/Montserrat-boldItalic.fntdata"/><Relationship Id="rId19" Type="http://schemas.openxmlformats.org/officeDocument/2006/relationships/font" Target="fonts/MontserratLight-regular.fntdata"/><Relationship Id="rId20" Type="http://schemas.openxmlformats.org/officeDocument/2006/relationships/font" Target="fonts/MontserratLight-bold.fntdata"/><Relationship Id="rId21" Type="http://schemas.openxmlformats.org/officeDocument/2006/relationships/font" Target="fonts/MontserratLight-italic.fntdata"/><Relationship Id="rId22" Type="http://schemas.openxmlformats.org/officeDocument/2006/relationships/font" Target="fonts/MontserratLight-boldItalic.fntdata"/><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45 minutes. Ideas on these slides, live demos in the workshop chatbot (uv run workshop/app/main.py).</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Say the goal first. Guardrail types and behaviors come next, but only as background for the history problem.</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Demo: chatbot, No guardrail. Say 'Hi, my name is Carlo.', then 'What is my name?'. The right panel shows the app sending both messages.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 the workshop: contains on 'project-zeus' (Secret word), presidio_anonymizer on card and phone numbers (Payments), judge with the built-in prompt_injection_check.md (LLM judge), decision_judge on Jev (Jev judge, Payments topic). Pattern checks and Presidio cost nothing per request. Judges are the expensive ones: they read every user message, every request.</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Behaviors: block (default), soft_block, warn. presidio_anonymizer is the only type with no behavior: it redacts and never blocks.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All workshop routes use input guardrails only, so answers stream token by token. With an output guardrail the gateway would hold the whole answer back to check it first.</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Demo: chatbot, Secret word, Whole history. Send the project-zeus chip, then 'What is 2 + 2?'. Ask the room why a clean question is blocked. The panel marks message 0 as triggered. Then press 'Remove blocked messages': only project-zeus goes, 'What is 2 + 2?' stays, because the error's reason.message_index pointed at message 0.</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route config (gateway side) picks the guardrails, the behavior and the window. It is set by whoever owns the gateway, not by the end user. The gateway reports which message triggered (reason.message_index). The app then chooses: remove that message, keep it, or start a new chat. The workshop chatbot keeps everything by default and offers a 'Remove blocked messages' button.</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Judges here means judge (LLM) and decision_judge (Jev). The cost of reading as one text: the judge cannot point to one message, so the app can only guess (it flags every user message that never passed). This is why the workshop shows several types: pattern checks and Presidio are cheap and exact, judges understand meaning but give no index. reason.role says who wrote the message; the system prompt is index 0.</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Demo: Secret word, switch to Last message: the stuck chat passes. Then Jev judge, Last 3 messages: send the injection and three clean questions. Turns 1 to 3 are blocked, turn 4 passes. Keep all for security checks: with last, a client can hide content in an earlier message.</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all: redaction must run on the resent history, or an old card number goes to the model in clear. Also secrets and attacks hidden in older turns, or in fake assistant turns. last: a topic check should not fail the next on-topic question; one rude message should not flag the user forever. Risk: older messages are never checked again. last_n: an injection split over two turns, a follow-up that needs context, a chat that recovers alone. Risk: the window counts every role. The Payments route mixes them: Presidio on all, Jev on last.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0.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8.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0.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hyperlink" Target="http://radicalbit.ai" TargetMode="Externa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hyperlink" Target="http://radicalbit.ai" TargetMode="Externa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pic>
        <p:nvPicPr>
          <p:cNvPr id="11" name="Google Shape;11;p2"/>
          <p:cNvPicPr preferRelativeResize="0"/>
          <p:nvPr/>
        </p:nvPicPr>
        <p:blipFill>
          <a:blip r:embed="rId2">
            <a:alphaModFix/>
          </a:blip>
          <a:stretch>
            <a:fillRect/>
          </a:stretch>
        </p:blipFill>
        <p:spPr>
          <a:xfrm>
            <a:off x="0" y="0"/>
            <a:ext cx="9144003" cy="5147963"/>
          </a:xfrm>
          <a:prstGeom prst="rect">
            <a:avLst/>
          </a:prstGeom>
          <a:noFill/>
          <a:ln>
            <a:noFill/>
          </a:ln>
        </p:spPr>
      </p:pic>
      <p:sp>
        <p:nvSpPr>
          <p:cNvPr id="12" name="Google Shape;12;p2"/>
          <p:cNvSpPr txBox="1"/>
          <p:nvPr>
            <p:ph type="title"/>
          </p:nvPr>
        </p:nvSpPr>
        <p:spPr>
          <a:xfrm>
            <a:off x="377125" y="2460607"/>
            <a:ext cx="4079700" cy="814200"/>
          </a:xfrm>
          <a:prstGeom prst="rect">
            <a:avLst/>
          </a:prstGeom>
        </p:spPr>
        <p:txBody>
          <a:bodyPr anchorCtr="0" anchor="t" bIns="91425" lIns="91425" spcFirstLastPara="1" rIns="91425" wrap="square" tIns="91425">
            <a:normAutofit/>
          </a:bodyPr>
          <a:lstStyle>
            <a:lvl1pPr lvl="0">
              <a:spcBef>
                <a:spcPts val="0"/>
              </a:spcBef>
              <a:spcAft>
                <a:spcPts val="0"/>
              </a:spcAft>
              <a:buClr>
                <a:srgbClr val="00DDFF"/>
              </a:buClr>
              <a:buSzPts val="2700"/>
              <a:buFont typeface="Montserrat"/>
              <a:buNone/>
              <a:defRPr b="1" sz="2700">
                <a:solidFill>
                  <a:srgbClr val="00DDFF"/>
                </a:solidFill>
                <a:latin typeface="Montserrat"/>
                <a:ea typeface="Montserrat"/>
                <a:cs typeface="Montserrat"/>
                <a:sym typeface="Montserra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 name="Google Shape;13;p2"/>
          <p:cNvSpPr txBox="1"/>
          <p:nvPr>
            <p:ph idx="1" type="subTitle"/>
          </p:nvPr>
        </p:nvSpPr>
        <p:spPr>
          <a:xfrm>
            <a:off x="377125" y="3951025"/>
            <a:ext cx="4829100" cy="7122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1800"/>
              <a:buFont typeface="Montserrat Light"/>
              <a:buNone/>
              <a:defRPr>
                <a:solidFill>
                  <a:schemeClr val="dk1"/>
                </a:solidFill>
                <a:highlight>
                  <a:srgbClr val="00DDFF"/>
                </a:highlight>
                <a:latin typeface="Montserrat Light"/>
                <a:ea typeface="Montserrat Light"/>
                <a:cs typeface="Montserrat Light"/>
                <a:sym typeface="Montserrat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4" name="Google Shape;14;p2"/>
          <p:cNvPicPr preferRelativeResize="0"/>
          <p:nvPr/>
        </p:nvPicPr>
        <p:blipFill>
          <a:blip r:embed="rId3">
            <a:alphaModFix/>
          </a:blip>
          <a:stretch>
            <a:fillRect/>
          </a:stretch>
        </p:blipFill>
        <p:spPr>
          <a:xfrm>
            <a:off x="377125" y="411050"/>
            <a:ext cx="2258524" cy="5414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l titolo 1">
  <p:cSld name="TITLE_2">
    <p:spTree>
      <p:nvGrpSpPr>
        <p:cNvPr id="15" name="Shape 15"/>
        <p:cNvGrpSpPr/>
        <p:nvPr/>
      </p:nvGrpSpPr>
      <p:grpSpPr>
        <a:xfrm>
          <a:off x="0" y="0"/>
          <a:ext cx="0" cy="0"/>
          <a:chOff x="0" y="0"/>
          <a:chExt cx="0" cy="0"/>
        </a:xfrm>
      </p:grpSpPr>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pic>
        <p:nvPicPr>
          <p:cNvPr id="17" name="Google Shape;17;p3"/>
          <p:cNvPicPr preferRelativeResize="0"/>
          <p:nvPr/>
        </p:nvPicPr>
        <p:blipFill>
          <a:blip r:embed="rId2">
            <a:alphaModFix/>
          </a:blip>
          <a:stretch>
            <a:fillRect/>
          </a:stretch>
        </p:blipFill>
        <p:spPr>
          <a:xfrm>
            <a:off x="0" y="0"/>
            <a:ext cx="9144003" cy="5147963"/>
          </a:xfrm>
          <a:prstGeom prst="rect">
            <a:avLst/>
          </a:prstGeom>
          <a:noFill/>
          <a:ln>
            <a:noFill/>
          </a:ln>
        </p:spPr>
      </p:pic>
      <p:sp>
        <p:nvSpPr>
          <p:cNvPr id="18" name="Google Shape;18;p3"/>
          <p:cNvSpPr txBox="1"/>
          <p:nvPr>
            <p:ph type="title"/>
          </p:nvPr>
        </p:nvSpPr>
        <p:spPr>
          <a:xfrm>
            <a:off x="377125" y="3295532"/>
            <a:ext cx="4079700" cy="814200"/>
          </a:xfrm>
          <a:prstGeom prst="rect">
            <a:avLst/>
          </a:prstGeom>
        </p:spPr>
        <p:txBody>
          <a:bodyPr anchorCtr="0" anchor="t" bIns="91425" lIns="91425" spcFirstLastPara="1" rIns="91425" wrap="square" tIns="91425">
            <a:normAutofit/>
          </a:bodyPr>
          <a:lstStyle>
            <a:lvl1pPr lvl="0">
              <a:spcBef>
                <a:spcPts val="0"/>
              </a:spcBef>
              <a:spcAft>
                <a:spcPts val="0"/>
              </a:spcAft>
              <a:buClr>
                <a:srgbClr val="00DDFF"/>
              </a:buClr>
              <a:buSzPts val="2700"/>
              <a:buFont typeface="Montserrat"/>
              <a:buNone/>
              <a:defRPr b="1" sz="2700">
                <a:solidFill>
                  <a:srgbClr val="00DDFF"/>
                </a:solidFill>
                <a:latin typeface="Montserrat"/>
                <a:ea typeface="Montserrat"/>
                <a:cs typeface="Montserrat"/>
                <a:sym typeface="Montserra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9" name="Google Shape;19;p3"/>
          <p:cNvPicPr preferRelativeResize="0"/>
          <p:nvPr/>
        </p:nvPicPr>
        <p:blipFill>
          <a:blip r:embed="rId3">
            <a:alphaModFix/>
          </a:blip>
          <a:stretch>
            <a:fillRect/>
          </a:stretch>
        </p:blipFill>
        <p:spPr>
          <a:xfrm>
            <a:off x="377125" y="411050"/>
            <a:ext cx="2258524" cy="5414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po 2">
  <p:cSld name="SECTION_HEADER_1">
    <p:spTree>
      <p:nvGrpSpPr>
        <p:cNvPr id="20" name="Shape 20"/>
        <p:cNvGrpSpPr/>
        <p:nvPr/>
      </p:nvGrpSpPr>
      <p:grpSpPr>
        <a:xfrm>
          <a:off x="0" y="0"/>
          <a:ext cx="0" cy="0"/>
          <a:chOff x="0" y="0"/>
          <a:chExt cx="0" cy="0"/>
        </a:xfrm>
      </p:grpSpPr>
      <p:pic>
        <p:nvPicPr>
          <p:cNvPr id="21" name="Google Shape;21;p4"/>
          <p:cNvPicPr preferRelativeResize="0"/>
          <p:nvPr/>
        </p:nvPicPr>
        <p:blipFill>
          <a:blip r:embed="rId2">
            <a:alphaModFix/>
          </a:blip>
          <a:stretch>
            <a:fillRect/>
          </a:stretch>
        </p:blipFill>
        <p:spPr>
          <a:xfrm rot="-5400000">
            <a:off x="5793101" y="1731874"/>
            <a:ext cx="5022049" cy="1679750"/>
          </a:xfrm>
          <a:prstGeom prst="rect">
            <a:avLst/>
          </a:prstGeom>
          <a:noFill/>
          <a:ln>
            <a:noFill/>
          </a:ln>
        </p:spPr>
      </p:pic>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pic>
        <p:nvPicPr>
          <p:cNvPr id="23" name="Google Shape;23;p4" title="Logotipo_Colore_Trasparente.png"/>
          <p:cNvPicPr preferRelativeResize="0"/>
          <p:nvPr/>
        </p:nvPicPr>
        <p:blipFill>
          <a:blip r:embed="rId3">
            <a:alphaModFix/>
          </a:blip>
          <a:stretch>
            <a:fillRect/>
          </a:stretch>
        </p:blipFill>
        <p:spPr>
          <a:xfrm>
            <a:off x="428849" y="4642300"/>
            <a:ext cx="1174649" cy="286150"/>
          </a:xfrm>
          <a:prstGeom prst="rect">
            <a:avLst/>
          </a:prstGeom>
          <a:noFill/>
          <a:ln>
            <a:noFill/>
          </a:ln>
        </p:spPr>
      </p:pic>
      <p:sp>
        <p:nvSpPr>
          <p:cNvPr id="24" name="Google Shape;24;p4"/>
          <p:cNvSpPr txBox="1"/>
          <p:nvPr>
            <p:ph type="title"/>
          </p:nvPr>
        </p:nvSpPr>
        <p:spPr>
          <a:xfrm>
            <a:off x="428400" y="396000"/>
            <a:ext cx="7215900" cy="678300"/>
          </a:xfrm>
          <a:prstGeom prst="rect">
            <a:avLst/>
          </a:prstGeom>
        </p:spPr>
        <p:txBody>
          <a:bodyPr anchorCtr="0" anchor="t" bIns="91425" lIns="91425" spcFirstLastPara="1" rIns="91425" wrap="square" tIns="91425">
            <a:normAutofit/>
          </a:bodyPr>
          <a:lstStyle>
            <a:lvl1pPr lvl="0">
              <a:spcBef>
                <a:spcPts val="0"/>
              </a:spcBef>
              <a:spcAft>
                <a:spcPts val="0"/>
              </a:spcAft>
              <a:buSzPts val="2000"/>
              <a:buFont typeface="Montserrat"/>
              <a:buNone/>
              <a:defRPr b="1" sz="2000">
                <a:highlight>
                  <a:srgbClr val="00DCF4"/>
                </a:highlight>
                <a:latin typeface="Montserrat"/>
                <a:ea typeface="Montserrat"/>
                <a:cs typeface="Montserrat"/>
                <a:sym typeface="Montserra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4"/>
          <p:cNvSpPr txBox="1"/>
          <p:nvPr>
            <p:ph idx="1" type="subTitle"/>
          </p:nvPr>
        </p:nvSpPr>
        <p:spPr>
          <a:xfrm>
            <a:off x="432000" y="972000"/>
            <a:ext cx="6580800" cy="4653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1pPr>
            <a:lvl2pPr lvl="1">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2pPr>
            <a:lvl3pPr lvl="2">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3pPr>
            <a:lvl4pPr lvl="3">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4pPr>
            <a:lvl5pPr lvl="4">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5pPr>
            <a:lvl6pPr lvl="5">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6pPr>
            <a:lvl7pPr lvl="6">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7pPr>
            <a:lvl8pPr lvl="7">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8pPr>
            <a:lvl9pPr lvl="8">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9pPr>
          </a:lstStyle>
          <a:p/>
        </p:txBody>
      </p:sp>
      <p:sp>
        <p:nvSpPr>
          <p:cNvPr id="26" name="Google Shape;26;p4"/>
          <p:cNvSpPr txBox="1"/>
          <p:nvPr>
            <p:ph idx="2" type="body"/>
          </p:nvPr>
        </p:nvSpPr>
        <p:spPr>
          <a:xfrm>
            <a:off x="428400" y="1656000"/>
            <a:ext cx="6890700" cy="2684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1pPr>
            <a:lvl2pPr indent="-304800" lvl="1" marL="914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2pPr>
            <a:lvl3pPr indent="-304800" lvl="2" marL="1371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3pPr>
            <a:lvl4pPr indent="-304800" lvl="3" marL="1828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4pPr>
            <a:lvl5pPr indent="-304800" lvl="4" marL="22860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5pPr>
            <a:lvl6pPr indent="-304800" lvl="5" marL="2743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6pPr>
            <a:lvl7pPr indent="-304800" lvl="6" marL="3200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7pPr>
            <a:lvl8pPr indent="-304800" lvl="7" marL="3657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8pPr>
            <a:lvl9pPr indent="-304800" lvl="8" marL="4114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po 4">
  <p:cSld name="SECTION_HEADER_1_1_1">
    <p:spTree>
      <p:nvGrpSpPr>
        <p:cNvPr id="27" name="Shape 27"/>
        <p:cNvGrpSpPr/>
        <p:nvPr/>
      </p:nvGrpSpPr>
      <p:grpSpPr>
        <a:xfrm>
          <a:off x="0" y="0"/>
          <a:ext cx="0" cy="0"/>
          <a:chOff x="0" y="0"/>
          <a:chExt cx="0" cy="0"/>
        </a:xfrm>
      </p:grpSpPr>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pic>
        <p:nvPicPr>
          <p:cNvPr id="29" name="Google Shape;29;p5" title="Logotipo_Colore_Trasparente.png"/>
          <p:cNvPicPr preferRelativeResize="0"/>
          <p:nvPr/>
        </p:nvPicPr>
        <p:blipFill>
          <a:blip r:embed="rId2">
            <a:alphaModFix/>
          </a:blip>
          <a:stretch>
            <a:fillRect/>
          </a:stretch>
        </p:blipFill>
        <p:spPr>
          <a:xfrm>
            <a:off x="428849" y="4642300"/>
            <a:ext cx="1174649" cy="286150"/>
          </a:xfrm>
          <a:prstGeom prst="rect">
            <a:avLst/>
          </a:prstGeom>
          <a:noFill/>
          <a:ln>
            <a:noFill/>
          </a:ln>
        </p:spPr>
      </p:pic>
      <p:pic>
        <p:nvPicPr>
          <p:cNvPr id="30" name="Google Shape;30;p5" title="Immagine.jpg"/>
          <p:cNvPicPr preferRelativeResize="0"/>
          <p:nvPr/>
        </p:nvPicPr>
        <p:blipFill rotWithShape="1">
          <a:blip r:embed="rId3">
            <a:alphaModFix/>
          </a:blip>
          <a:srcRect b="0" l="0" r="52242" t="57280"/>
          <a:stretch/>
        </p:blipFill>
        <p:spPr>
          <a:xfrm flipH="1">
            <a:off x="5477675" y="3309950"/>
            <a:ext cx="3666324" cy="1833549"/>
          </a:xfrm>
          <a:prstGeom prst="rect">
            <a:avLst/>
          </a:prstGeom>
          <a:noFill/>
          <a:ln>
            <a:noFill/>
          </a:ln>
        </p:spPr>
      </p:pic>
      <p:sp>
        <p:nvSpPr>
          <p:cNvPr id="31" name="Google Shape;31;p5"/>
          <p:cNvSpPr txBox="1"/>
          <p:nvPr>
            <p:ph type="title"/>
          </p:nvPr>
        </p:nvSpPr>
        <p:spPr>
          <a:xfrm>
            <a:off x="428400" y="396000"/>
            <a:ext cx="8258700" cy="747000"/>
          </a:xfrm>
          <a:prstGeom prst="rect">
            <a:avLst/>
          </a:prstGeom>
        </p:spPr>
        <p:txBody>
          <a:bodyPr anchorCtr="0" anchor="t" bIns="91425" lIns="91425" spcFirstLastPara="1" rIns="91425" wrap="square" tIns="91425">
            <a:normAutofit/>
          </a:bodyPr>
          <a:lstStyle>
            <a:lvl1pPr indent="-127000" lvl="0" marL="0" marR="0" rtl="0" algn="l">
              <a:lnSpc>
                <a:spcPct val="100000"/>
              </a:lnSpc>
              <a:spcBef>
                <a:spcPts val="0"/>
              </a:spcBef>
              <a:spcAft>
                <a:spcPts val="0"/>
              </a:spcAft>
              <a:buSzPts val="2000"/>
              <a:buFont typeface="Montserrat"/>
              <a:buNone/>
              <a:defRPr b="1" sz="2000">
                <a:highlight>
                  <a:srgbClr val="00DCF4"/>
                </a:highlight>
                <a:latin typeface="Montserrat"/>
                <a:ea typeface="Montserrat"/>
                <a:cs typeface="Montserrat"/>
                <a:sym typeface="Montserra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5"/>
          <p:cNvSpPr txBox="1"/>
          <p:nvPr>
            <p:ph idx="1" type="subTitle"/>
          </p:nvPr>
        </p:nvSpPr>
        <p:spPr>
          <a:xfrm>
            <a:off x="428400" y="972000"/>
            <a:ext cx="7035600" cy="393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1pPr>
            <a:lvl2pPr lvl="1">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2pPr>
            <a:lvl3pPr lvl="2">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3pPr>
            <a:lvl4pPr lvl="3">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4pPr>
            <a:lvl5pPr lvl="4">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5pPr>
            <a:lvl6pPr lvl="5">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6pPr>
            <a:lvl7pPr lvl="6">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7pPr>
            <a:lvl8pPr lvl="7">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8pPr>
            <a:lvl9pPr lvl="8">
              <a:spcBef>
                <a:spcPts val="0"/>
              </a:spcBef>
              <a:spcAft>
                <a:spcPts val="0"/>
              </a:spcAft>
              <a:buClr>
                <a:schemeClr val="dk1"/>
              </a:buClr>
              <a:buSzPts val="1800"/>
              <a:buFont typeface="Montserrat"/>
              <a:buNone/>
              <a:defRPr sz="1800">
                <a:solidFill>
                  <a:schemeClr val="dk1"/>
                </a:solidFill>
                <a:latin typeface="Montserrat"/>
                <a:ea typeface="Montserrat"/>
                <a:cs typeface="Montserrat"/>
                <a:sym typeface="Montserrat"/>
              </a:defRPr>
            </a:lvl9pPr>
          </a:lstStyle>
          <a:p/>
        </p:txBody>
      </p:sp>
      <p:sp>
        <p:nvSpPr>
          <p:cNvPr id="33" name="Google Shape;33;p5"/>
          <p:cNvSpPr txBox="1"/>
          <p:nvPr>
            <p:ph idx="2" type="body"/>
          </p:nvPr>
        </p:nvSpPr>
        <p:spPr>
          <a:xfrm>
            <a:off x="428400" y="1656000"/>
            <a:ext cx="6678300" cy="2316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1pPr>
            <a:lvl2pPr indent="-304800" lvl="1" marL="914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2pPr>
            <a:lvl3pPr indent="-304800" lvl="2" marL="1371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3pPr>
            <a:lvl4pPr indent="-304800" lvl="3" marL="1828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4pPr>
            <a:lvl5pPr indent="-304800" lvl="4" marL="22860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5pPr>
            <a:lvl6pPr indent="-304800" lvl="5" marL="2743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6pPr>
            <a:lvl7pPr indent="-304800" lvl="6" marL="3200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7pPr>
            <a:lvl8pPr indent="-304800" lvl="7" marL="3657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8pPr>
            <a:lvl9pPr indent="-304800" lvl="8" marL="4114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po 5">
  <p:cSld name="SECTION_HEADER_1_1_1_1">
    <p:spTree>
      <p:nvGrpSpPr>
        <p:cNvPr id="34" name="Shape 34"/>
        <p:cNvGrpSpPr/>
        <p:nvPr/>
      </p:nvGrpSpPr>
      <p:grpSpPr>
        <a:xfrm>
          <a:off x="0" y="0"/>
          <a:ext cx="0" cy="0"/>
          <a:chOff x="0" y="0"/>
          <a:chExt cx="0" cy="0"/>
        </a:xfrm>
      </p:grpSpPr>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pic>
        <p:nvPicPr>
          <p:cNvPr id="36" name="Google Shape;36;p6" title="Logotipo_Colore_Trasparente.png"/>
          <p:cNvPicPr preferRelativeResize="0"/>
          <p:nvPr/>
        </p:nvPicPr>
        <p:blipFill>
          <a:blip r:embed="rId2">
            <a:alphaModFix/>
          </a:blip>
          <a:stretch>
            <a:fillRect/>
          </a:stretch>
        </p:blipFill>
        <p:spPr>
          <a:xfrm>
            <a:off x="428849" y="4642300"/>
            <a:ext cx="1174649" cy="286150"/>
          </a:xfrm>
          <a:prstGeom prst="rect">
            <a:avLst/>
          </a:prstGeom>
          <a:noFill/>
          <a:ln>
            <a:noFill/>
          </a:ln>
        </p:spPr>
      </p:pic>
      <p:pic>
        <p:nvPicPr>
          <p:cNvPr id="37" name="Google Shape;37;p6"/>
          <p:cNvPicPr preferRelativeResize="0"/>
          <p:nvPr/>
        </p:nvPicPr>
        <p:blipFill>
          <a:blip r:embed="rId3">
            <a:alphaModFix/>
          </a:blip>
          <a:stretch>
            <a:fillRect/>
          </a:stretch>
        </p:blipFill>
        <p:spPr>
          <a:xfrm rot="10800000">
            <a:off x="6821301" y="-1"/>
            <a:ext cx="2322699" cy="1972775"/>
          </a:xfrm>
          <a:prstGeom prst="rect">
            <a:avLst/>
          </a:prstGeom>
          <a:noFill/>
          <a:ln>
            <a:noFill/>
          </a:ln>
        </p:spPr>
      </p:pic>
      <p:sp>
        <p:nvSpPr>
          <p:cNvPr id="38" name="Google Shape;38;p6"/>
          <p:cNvSpPr txBox="1"/>
          <p:nvPr>
            <p:ph type="title"/>
          </p:nvPr>
        </p:nvSpPr>
        <p:spPr>
          <a:xfrm>
            <a:off x="432000" y="396000"/>
            <a:ext cx="7059900" cy="735900"/>
          </a:xfrm>
          <a:prstGeom prst="rect">
            <a:avLst/>
          </a:prstGeom>
        </p:spPr>
        <p:txBody>
          <a:bodyPr anchorCtr="0" anchor="t" bIns="91425" lIns="91425" spcFirstLastPara="1" rIns="91425" wrap="square" tIns="91425">
            <a:normAutofit/>
          </a:bodyPr>
          <a:lstStyle>
            <a:lvl1pPr indent="-127000" lvl="0" marL="0" marR="0" rtl="0" algn="l">
              <a:lnSpc>
                <a:spcPct val="100000"/>
              </a:lnSpc>
              <a:spcBef>
                <a:spcPts val="0"/>
              </a:spcBef>
              <a:spcAft>
                <a:spcPts val="0"/>
              </a:spcAft>
              <a:buSzPts val="2000"/>
              <a:buFont typeface="Montserrat"/>
              <a:buNone/>
              <a:defRPr b="1" sz="2000">
                <a:highlight>
                  <a:srgbClr val="00DCF4"/>
                </a:highlight>
                <a:latin typeface="Montserrat"/>
                <a:ea typeface="Montserrat"/>
                <a:cs typeface="Montserrat"/>
                <a:sym typeface="Montserrat"/>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 name="Google Shape;39;p6"/>
          <p:cNvSpPr txBox="1"/>
          <p:nvPr>
            <p:ph idx="1" type="subTitle"/>
          </p:nvPr>
        </p:nvSpPr>
        <p:spPr>
          <a:xfrm>
            <a:off x="428400" y="972000"/>
            <a:ext cx="7208100" cy="461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40" name="Google Shape;40;p6"/>
          <p:cNvSpPr txBox="1"/>
          <p:nvPr>
            <p:ph idx="2" type="body"/>
          </p:nvPr>
        </p:nvSpPr>
        <p:spPr>
          <a:xfrm>
            <a:off x="428400" y="1656000"/>
            <a:ext cx="8032800" cy="2450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1pPr>
            <a:lvl2pPr indent="-304800" lvl="1" marL="914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2pPr>
            <a:lvl3pPr indent="-304800" lvl="2" marL="1371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3pPr>
            <a:lvl4pPr indent="-304800" lvl="3" marL="1828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4pPr>
            <a:lvl5pPr indent="-304800" lvl="4" marL="22860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5pPr>
            <a:lvl6pPr indent="-304800" lvl="5" marL="2743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6pPr>
            <a:lvl7pPr indent="-304800" lvl="6" marL="3200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7pPr>
            <a:lvl8pPr indent="-304800" lvl="7" marL="3657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8pPr>
            <a:lvl9pPr indent="-304800" lvl="8" marL="4114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po 7">
  <p:cSld name="CUSTOM_6">
    <p:spTree>
      <p:nvGrpSpPr>
        <p:cNvPr id="41" name="Shape 41"/>
        <p:cNvGrpSpPr/>
        <p:nvPr/>
      </p:nvGrpSpPr>
      <p:grpSpPr>
        <a:xfrm>
          <a:off x="0" y="0"/>
          <a:ext cx="0" cy="0"/>
          <a:chOff x="0" y="0"/>
          <a:chExt cx="0" cy="0"/>
        </a:xfrm>
      </p:grpSpPr>
      <p:pic>
        <p:nvPicPr>
          <p:cNvPr id="42" name="Google Shape;42;p7" title="Logotipo_Colore_Trasparente.png"/>
          <p:cNvPicPr preferRelativeResize="0"/>
          <p:nvPr/>
        </p:nvPicPr>
        <p:blipFill>
          <a:blip r:embed="rId2">
            <a:alphaModFix/>
          </a:blip>
          <a:stretch>
            <a:fillRect/>
          </a:stretch>
        </p:blipFill>
        <p:spPr>
          <a:xfrm>
            <a:off x="428849" y="4642300"/>
            <a:ext cx="1174649" cy="286150"/>
          </a:xfrm>
          <a:prstGeom prst="rect">
            <a:avLst/>
          </a:prstGeom>
          <a:noFill/>
          <a:ln>
            <a:noFill/>
          </a:ln>
        </p:spPr>
      </p:pic>
      <p:sp>
        <p:nvSpPr>
          <p:cNvPr id="43" name="Google Shape;43;p7"/>
          <p:cNvSpPr txBox="1"/>
          <p:nvPr>
            <p:ph type="title"/>
          </p:nvPr>
        </p:nvSpPr>
        <p:spPr>
          <a:xfrm>
            <a:off x="432000" y="396000"/>
            <a:ext cx="7831800" cy="507900"/>
          </a:xfrm>
          <a:prstGeom prst="rect">
            <a:avLst/>
          </a:prstGeom>
        </p:spPr>
        <p:txBody>
          <a:bodyPr anchorCtr="0" anchor="t" bIns="91425" lIns="91425" spcFirstLastPara="1" rIns="91425" wrap="square" tIns="91425">
            <a:normAutofit/>
          </a:bodyPr>
          <a:lstStyle>
            <a:lvl1pPr lvl="0">
              <a:spcBef>
                <a:spcPts val="0"/>
              </a:spcBef>
              <a:spcAft>
                <a:spcPts val="0"/>
              </a:spcAft>
              <a:buSzPts val="2000"/>
              <a:buFont typeface="Montserrat"/>
              <a:buNone/>
              <a:defRPr b="1" sz="2000">
                <a:highlight>
                  <a:srgbClr val="00DCF4"/>
                </a:highlight>
                <a:latin typeface="Montserrat"/>
                <a:ea typeface="Montserrat"/>
                <a:cs typeface="Montserrat"/>
                <a:sym typeface="Montserra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4" name="Google Shape;44;p7"/>
          <p:cNvSpPr txBox="1"/>
          <p:nvPr>
            <p:ph idx="1" type="subTitle"/>
          </p:nvPr>
        </p:nvSpPr>
        <p:spPr>
          <a:xfrm>
            <a:off x="428850" y="972000"/>
            <a:ext cx="8070300" cy="4128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1pPr>
            <a:lvl2pPr lvl="1">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2pPr>
            <a:lvl3pPr lvl="2">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3pPr>
            <a:lvl4pPr lvl="3">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4pPr>
            <a:lvl5pPr lvl="4">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5pPr>
            <a:lvl6pPr lvl="5">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6pPr>
            <a:lvl7pPr lvl="6">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7pPr>
            <a:lvl8pPr lvl="7">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8pPr>
            <a:lvl9pPr lvl="8">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9pPr>
          </a:lstStyle>
          <a:p/>
        </p:txBody>
      </p:sp>
      <p:sp>
        <p:nvSpPr>
          <p:cNvPr id="45" name="Google Shape;45;p7"/>
          <p:cNvSpPr txBox="1"/>
          <p:nvPr>
            <p:ph idx="2" type="body"/>
          </p:nvPr>
        </p:nvSpPr>
        <p:spPr>
          <a:xfrm>
            <a:off x="428850" y="1656000"/>
            <a:ext cx="7900200" cy="2688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1pPr>
            <a:lvl2pPr indent="-304800" lvl="1" marL="914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2pPr>
            <a:lvl3pPr indent="-304800" lvl="2" marL="1371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3pPr>
            <a:lvl4pPr indent="-304800" lvl="3" marL="1828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4pPr>
            <a:lvl5pPr indent="-304800" lvl="4" marL="22860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5pPr>
            <a:lvl6pPr indent="-304800" lvl="5" marL="2743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6pPr>
            <a:lvl7pPr indent="-304800" lvl="6" marL="3200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7pPr>
            <a:lvl8pPr indent="-304800" lvl="7" marL="3657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8pPr>
            <a:lvl9pPr indent="-304800" lvl="8" marL="4114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rpo 7 1">
  <p:cSld name="CUSTOM_6_1">
    <p:spTree>
      <p:nvGrpSpPr>
        <p:cNvPr id="46" name="Shape 46"/>
        <p:cNvGrpSpPr/>
        <p:nvPr/>
      </p:nvGrpSpPr>
      <p:grpSpPr>
        <a:xfrm>
          <a:off x="0" y="0"/>
          <a:ext cx="0" cy="0"/>
          <a:chOff x="0" y="0"/>
          <a:chExt cx="0" cy="0"/>
        </a:xfrm>
      </p:grpSpPr>
      <p:pic>
        <p:nvPicPr>
          <p:cNvPr id="47" name="Google Shape;47;p8" title="Logotipo_Colore_Trasparente.png"/>
          <p:cNvPicPr preferRelativeResize="0"/>
          <p:nvPr/>
        </p:nvPicPr>
        <p:blipFill>
          <a:blip r:embed="rId2">
            <a:alphaModFix/>
          </a:blip>
          <a:stretch>
            <a:fillRect/>
          </a:stretch>
        </p:blipFill>
        <p:spPr>
          <a:xfrm>
            <a:off x="428849" y="4642300"/>
            <a:ext cx="1174649" cy="286150"/>
          </a:xfrm>
          <a:prstGeom prst="rect">
            <a:avLst/>
          </a:prstGeom>
          <a:noFill/>
          <a:ln>
            <a:noFill/>
          </a:ln>
        </p:spPr>
      </p:pic>
      <p:sp>
        <p:nvSpPr>
          <p:cNvPr id="48" name="Google Shape;48;p8"/>
          <p:cNvSpPr/>
          <p:nvPr>
            <p:ph idx="2" type="pic"/>
          </p:nvPr>
        </p:nvSpPr>
        <p:spPr>
          <a:xfrm>
            <a:off x="5948555" y="150"/>
            <a:ext cx="3195600" cy="5143500"/>
          </a:xfrm>
          <a:prstGeom prst="rect">
            <a:avLst/>
          </a:prstGeom>
          <a:noFill/>
          <a:ln>
            <a:noFill/>
          </a:ln>
        </p:spPr>
      </p:sp>
      <p:sp>
        <p:nvSpPr>
          <p:cNvPr id="49" name="Google Shape;49;p8"/>
          <p:cNvSpPr txBox="1"/>
          <p:nvPr>
            <p:ph type="title"/>
          </p:nvPr>
        </p:nvSpPr>
        <p:spPr>
          <a:xfrm>
            <a:off x="428400" y="396000"/>
            <a:ext cx="5355300" cy="888900"/>
          </a:xfrm>
          <a:prstGeom prst="rect">
            <a:avLst/>
          </a:prstGeom>
        </p:spPr>
        <p:txBody>
          <a:bodyPr anchorCtr="0" anchor="t" bIns="91425" lIns="91425" spcFirstLastPara="1" rIns="91425" wrap="square" tIns="91425">
            <a:normAutofit/>
          </a:bodyPr>
          <a:lstStyle>
            <a:lvl1pPr lvl="0">
              <a:spcBef>
                <a:spcPts val="0"/>
              </a:spcBef>
              <a:spcAft>
                <a:spcPts val="0"/>
              </a:spcAft>
              <a:buSzPts val="2000"/>
              <a:buFont typeface="Montserrat"/>
              <a:buNone/>
              <a:defRPr b="1" sz="2000">
                <a:highlight>
                  <a:srgbClr val="00DCF4"/>
                </a:highlight>
                <a:latin typeface="Montserrat"/>
                <a:ea typeface="Montserrat"/>
                <a:cs typeface="Montserrat"/>
                <a:sym typeface="Montserra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0" name="Google Shape;50;p8"/>
          <p:cNvSpPr txBox="1"/>
          <p:nvPr>
            <p:ph idx="1" type="subTitle"/>
          </p:nvPr>
        </p:nvSpPr>
        <p:spPr>
          <a:xfrm>
            <a:off x="428400" y="972000"/>
            <a:ext cx="5048400" cy="740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51" name="Google Shape;51;p8"/>
          <p:cNvSpPr txBox="1"/>
          <p:nvPr>
            <p:ph idx="3" type="body"/>
          </p:nvPr>
        </p:nvSpPr>
        <p:spPr>
          <a:xfrm>
            <a:off x="428400" y="1656000"/>
            <a:ext cx="5122200" cy="2632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1pPr>
            <a:lvl2pPr indent="-304800" lvl="1" marL="914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2pPr>
            <a:lvl3pPr indent="-304800" lvl="2" marL="1371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3pPr>
            <a:lvl4pPr indent="-304800" lvl="3" marL="1828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4pPr>
            <a:lvl5pPr indent="-304800" lvl="4" marL="22860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5pPr>
            <a:lvl6pPr indent="-304800" lvl="5" marL="2743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6pPr>
            <a:lvl7pPr indent="-304800" lvl="6" marL="3200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7pPr>
            <a:lvl8pPr indent="-304800" lvl="7" marL="3657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8pPr>
            <a:lvl9pPr indent="-304800" lvl="8" marL="4114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sore 1" type="tx">
  <p:cSld name="TITLE_AND_BODY">
    <p:spTree>
      <p:nvGrpSpPr>
        <p:cNvPr id="52" name="Shape 52"/>
        <p:cNvGrpSpPr/>
        <p:nvPr/>
      </p:nvGrpSpPr>
      <p:grpSpPr>
        <a:xfrm>
          <a:off x="0" y="0"/>
          <a:ext cx="0" cy="0"/>
          <a:chOff x="0" y="0"/>
          <a:chExt cx="0" cy="0"/>
        </a:xfrm>
      </p:grpSpPr>
      <p:sp>
        <p:nvSpPr>
          <p:cNvPr id="53" name="Google Shape;53;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pic>
        <p:nvPicPr>
          <p:cNvPr id="54" name="Google Shape;54;p9"/>
          <p:cNvPicPr preferRelativeResize="0"/>
          <p:nvPr/>
        </p:nvPicPr>
        <p:blipFill>
          <a:blip r:embed="rId2">
            <a:alphaModFix/>
          </a:blip>
          <a:stretch>
            <a:fillRect/>
          </a:stretch>
        </p:blipFill>
        <p:spPr>
          <a:xfrm>
            <a:off x="0" y="0"/>
            <a:ext cx="9144003" cy="5147963"/>
          </a:xfrm>
          <a:prstGeom prst="rect">
            <a:avLst/>
          </a:prstGeom>
          <a:noFill/>
          <a:ln>
            <a:noFill/>
          </a:ln>
        </p:spPr>
      </p:pic>
      <p:sp>
        <p:nvSpPr>
          <p:cNvPr id="55" name="Google Shape;55;p9"/>
          <p:cNvSpPr txBox="1"/>
          <p:nvPr>
            <p:ph type="title"/>
          </p:nvPr>
        </p:nvSpPr>
        <p:spPr>
          <a:xfrm>
            <a:off x="428400" y="3240000"/>
            <a:ext cx="5111700" cy="11643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200"/>
              <a:buFont typeface="Montserrat"/>
              <a:buNone/>
              <a:defRPr b="1" sz="2200">
                <a:solidFill>
                  <a:schemeClr val="lt1"/>
                </a:solidFill>
                <a:latin typeface="Montserrat"/>
                <a:ea typeface="Montserrat"/>
                <a:cs typeface="Montserrat"/>
                <a:sym typeface="Montserra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sore 2">
  <p:cSld name="TITLE_AND_BODY_1">
    <p:spTree>
      <p:nvGrpSpPr>
        <p:cNvPr id="56" name="Shape 56"/>
        <p:cNvGrpSpPr/>
        <p:nvPr/>
      </p:nvGrpSpPr>
      <p:grpSpPr>
        <a:xfrm>
          <a:off x="0" y="0"/>
          <a:ext cx="0" cy="0"/>
          <a:chOff x="0" y="0"/>
          <a:chExt cx="0" cy="0"/>
        </a:xfrm>
      </p:grpSpPr>
      <p:pic>
        <p:nvPicPr>
          <p:cNvPr id="57" name="Google Shape;57;p10"/>
          <p:cNvPicPr preferRelativeResize="0"/>
          <p:nvPr/>
        </p:nvPicPr>
        <p:blipFill>
          <a:blip r:embed="rId2">
            <a:alphaModFix/>
          </a:blip>
          <a:stretch>
            <a:fillRect/>
          </a:stretch>
        </p:blipFill>
        <p:spPr>
          <a:xfrm>
            <a:off x="-1250" y="0"/>
            <a:ext cx="9144003" cy="5143501"/>
          </a:xfrm>
          <a:prstGeom prst="rect">
            <a:avLst/>
          </a:prstGeom>
          <a:noFill/>
          <a:ln>
            <a:noFill/>
          </a:ln>
        </p:spPr>
      </p:pic>
      <p:sp>
        <p:nvSpPr>
          <p:cNvPr id="58" name="Google Shape;5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
        <p:nvSpPr>
          <p:cNvPr id="59" name="Google Shape;59;p10"/>
          <p:cNvSpPr txBox="1"/>
          <p:nvPr>
            <p:ph type="title"/>
          </p:nvPr>
        </p:nvSpPr>
        <p:spPr>
          <a:xfrm>
            <a:off x="428400" y="3240000"/>
            <a:ext cx="5133000" cy="10794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200"/>
              <a:buFont typeface="Montserrat"/>
              <a:buNone/>
              <a:defRPr b="1" sz="2200">
                <a:solidFill>
                  <a:schemeClr val="lt1"/>
                </a:solidFill>
                <a:latin typeface="Montserrat"/>
                <a:ea typeface="Montserrat"/>
                <a:cs typeface="Montserrat"/>
                <a:sym typeface="Montserra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sore 3">
  <p:cSld name="TITLE_AND_BODY_1_1">
    <p:spTree>
      <p:nvGrpSpPr>
        <p:cNvPr id="60" name="Shape 60"/>
        <p:cNvGrpSpPr/>
        <p:nvPr/>
      </p:nvGrpSpPr>
      <p:grpSpPr>
        <a:xfrm>
          <a:off x="0" y="0"/>
          <a:ext cx="0" cy="0"/>
          <a:chOff x="0" y="0"/>
          <a:chExt cx="0" cy="0"/>
        </a:xfrm>
      </p:grpSpPr>
      <p:pic>
        <p:nvPicPr>
          <p:cNvPr id="61" name="Google Shape;61;p11"/>
          <p:cNvPicPr preferRelativeResize="0"/>
          <p:nvPr/>
        </p:nvPicPr>
        <p:blipFill>
          <a:blip r:embed="rId2">
            <a:alphaModFix/>
          </a:blip>
          <a:stretch>
            <a:fillRect/>
          </a:stretch>
        </p:blipFill>
        <p:spPr>
          <a:xfrm>
            <a:off x="0" y="0"/>
            <a:ext cx="9144003" cy="5147963"/>
          </a:xfrm>
          <a:prstGeom prst="rect">
            <a:avLst/>
          </a:prstGeom>
          <a:noFill/>
          <a:ln>
            <a:noFill/>
          </a:ln>
        </p:spPr>
      </p:pic>
      <p:sp>
        <p:nvSpPr>
          <p:cNvPr id="62" name="Google Shape;6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
        <p:nvSpPr>
          <p:cNvPr id="63" name="Google Shape;63;p11"/>
          <p:cNvSpPr txBox="1"/>
          <p:nvPr>
            <p:ph type="title"/>
          </p:nvPr>
        </p:nvSpPr>
        <p:spPr>
          <a:xfrm>
            <a:off x="428400" y="3240000"/>
            <a:ext cx="4709700" cy="9843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200"/>
              <a:buFont typeface="Montserrat"/>
              <a:buNone/>
              <a:defRPr b="1" sz="2200">
                <a:solidFill>
                  <a:schemeClr val="lt1"/>
                </a:solidFill>
                <a:latin typeface="Montserrat"/>
                <a:ea typeface="Montserrat"/>
                <a:cs typeface="Montserrat"/>
                <a:sym typeface="Montserra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sore 4">
  <p:cSld name="CUSTOM_5">
    <p:spTree>
      <p:nvGrpSpPr>
        <p:cNvPr id="64" name="Shape 64"/>
        <p:cNvGrpSpPr/>
        <p:nvPr/>
      </p:nvGrpSpPr>
      <p:grpSpPr>
        <a:xfrm>
          <a:off x="0" y="0"/>
          <a:ext cx="0" cy="0"/>
          <a:chOff x="0" y="0"/>
          <a:chExt cx="0" cy="0"/>
        </a:xfrm>
      </p:grpSpPr>
      <p:pic>
        <p:nvPicPr>
          <p:cNvPr id="65" name="Google Shape;65;p12" title="Immagine_04.jpg"/>
          <p:cNvPicPr preferRelativeResize="0"/>
          <p:nvPr/>
        </p:nvPicPr>
        <p:blipFill rotWithShape="1">
          <a:blip r:embed="rId2">
            <a:alphaModFix/>
          </a:blip>
          <a:srcRect b="0" l="0" r="0" t="0"/>
          <a:stretch/>
        </p:blipFill>
        <p:spPr>
          <a:xfrm>
            <a:off x="0" y="-5650"/>
            <a:ext cx="9199877" cy="5149151"/>
          </a:xfrm>
          <a:prstGeom prst="rect">
            <a:avLst/>
          </a:prstGeom>
          <a:noFill/>
          <a:ln>
            <a:noFill/>
          </a:ln>
        </p:spPr>
      </p:pic>
      <p:sp>
        <p:nvSpPr>
          <p:cNvPr id="66" name="Google Shape;66;p12"/>
          <p:cNvSpPr txBox="1"/>
          <p:nvPr>
            <p:ph type="title"/>
          </p:nvPr>
        </p:nvSpPr>
        <p:spPr>
          <a:xfrm>
            <a:off x="428400" y="3240000"/>
            <a:ext cx="5334000" cy="10794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200"/>
              <a:buFont typeface="Montserrat"/>
              <a:buNone/>
              <a:defRPr b="1" sz="2200">
                <a:solidFill>
                  <a:schemeClr val="lt1"/>
                </a:solidFill>
                <a:latin typeface="Montserrat"/>
                <a:ea typeface="Montserrat"/>
                <a:cs typeface="Montserrat"/>
                <a:sym typeface="Montserra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sore 5">
  <p:cSld name="CUSTOM_5_1">
    <p:spTree>
      <p:nvGrpSpPr>
        <p:cNvPr id="67" name="Shape 67"/>
        <p:cNvGrpSpPr/>
        <p:nvPr/>
      </p:nvGrpSpPr>
      <p:grpSpPr>
        <a:xfrm>
          <a:off x="0" y="0"/>
          <a:ext cx="0" cy="0"/>
          <a:chOff x="0" y="0"/>
          <a:chExt cx="0" cy="0"/>
        </a:xfrm>
      </p:grpSpPr>
      <p:pic>
        <p:nvPicPr>
          <p:cNvPr id="68" name="Google Shape;68;p13" title="Immagine_00.jpg"/>
          <p:cNvPicPr preferRelativeResize="0"/>
          <p:nvPr/>
        </p:nvPicPr>
        <p:blipFill>
          <a:blip r:embed="rId2">
            <a:alphaModFix/>
          </a:blip>
          <a:stretch>
            <a:fillRect/>
          </a:stretch>
        </p:blipFill>
        <p:spPr>
          <a:xfrm>
            <a:off x="-25900" y="0"/>
            <a:ext cx="9199898" cy="5143500"/>
          </a:xfrm>
          <a:prstGeom prst="rect">
            <a:avLst/>
          </a:prstGeom>
          <a:noFill/>
          <a:ln>
            <a:noFill/>
          </a:ln>
        </p:spPr>
      </p:pic>
      <p:sp>
        <p:nvSpPr>
          <p:cNvPr id="69" name="Google Shape;69;p13"/>
          <p:cNvSpPr txBox="1"/>
          <p:nvPr>
            <p:ph type="title"/>
          </p:nvPr>
        </p:nvSpPr>
        <p:spPr>
          <a:xfrm>
            <a:off x="428400" y="3240000"/>
            <a:ext cx="4931700" cy="7725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200"/>
              <a:buFont typeface="Montserrat"/>
              <a:buNone/>
              <a:defRPr b="1" sz="2200">
                <a:solidFill>
                  <a:schemeClr val="lt1"/>
                </a:solidFill>
                <a:latin typeface="Montserrat"/>
                <a:ea typeface="Montserrat"/>
                <a:cs typeface="Montserrat"/>
                <a:sym typeface="Montserra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sore 6">
  <p:cSld name="CUSTOM_5_1_1">
    <p:spTree>
      <p:nvGrpSpPr>
        <p:cNvPr id="70" name="Shape 70"/>
        <p:cNvGrpSpPr/>
        <p:nvPr/>
      </p:nvGrpSpPr>
      <p:grpSpPr>
        <a:xfrm>
          <a:off x="0" y="0"/>
          <a:ext cx="0" cy="0"/>
          <a:chOff x="0" y="0"/>
          <a:chExt cx="0" cy="0"/>
        </a:xfrm>
      </p:grpSpPr>
      <p:pic>
        <p:nvPicPr>
          <p:cNvPr id="71" name="Google Shape;71;p14"/>
          <p:cNvPicPr preferRelativeResize="0"/>
          <p:nvPr/>
        </p:nvPicPr>
        <p:blipFill>
          <a:blip r:embed="rId2">
            <a:alphaModFix/>
          </a:blip>
          <a:stretch>
            <a:fillRect/>
          </a:stretch>
        </p:blipFill>
        <p:spPr>
          <a:xfrm>
            <a:off x="0" y="0"/>
            <a:ext cx="9144003" cy="5147963"/>
          </a:xfrm>
          <a:prstGeom prst="rect">
            <a:avLst/>
          </a:prstGeom>
          <a:noFill/>
          <a:ln>
            <a:noFill/>
          </a:ln>
        </p:spPr>
      </p:pic>
      <p:sp>
        <p:nvSpPr>
          <p:cNvPr id="72" name="Google Shape;72;p14"/>
          <p:cNvSpPr txBox="1"/>
          <p:nvPr>
            <p:ph type="title"/>
          </p:nvPr>
        </p:nvSpPr>
        <p:spPr>
          <a:xfrm>
            <a:off x="428400" y="3240000"/>
            <a:ext cx="5651400" cy="1100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200"/>
              <a:buFont typeface="Montserrat"/>
              <a:buNone/>
              <a:defRPr b="1" sz="2200">
                <a:solidFill>
                  <a:schemeClr val="lt1"/>
                </a:solidFill>
                <a:latin typeface="Montserrat"/>
                <a:ea typeface="Montserrat"/>
                <a:cs typeface="Montserrat"/>
                <a:sym typeface="Montserra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LOps &amp;  AI Observability" type="twoColTx">
  <p:cSld name="TITLE_AND_TWO_COLUMNS">
    <p:spTree>
      <p:nvGrpSpPr>
        <p:cNvPr id="73" name="Shape 73"/>
        <p:cNvGrpSpPr/>
        <p:nvPr/>
      </p:nvGrpSpPr>
      <p:grpSpPr>
        <a:xfrm>
          <a:off x="0" y="0"/>
          <a:ext cx="0" cy="0"/>
          <a:chOff x="0" y="0"/>
          <a:chExt cx="0" cy="0"/>
        </a:xfrm>
      </p:grpSpPr>
      <p:sp>
        <p:nvSpPr>
          <p:cNvPr id="74" name="Google Shape;7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pic>
        <p:nvPicPr>
          <p:cNvPr id="75" name="Google Shape;75;p15"/>
          <p:cNvPicPr preferRelativeResize="0"/>
          <p:nvPr/>
        </p:nvPicPr>
        <p:blipFill rotWithShape="1">
          <a:blip r:embed="rId2">
            <a:alphaModFix/>
          </a:blip>
          <a:srcRect b="0" l="0" r="17417" t="17505"/>
          <a:stretch/>
        </p:blipFill>
        <p:spPr>
          <a:xfrm>
            <a:off x="5075" y="0"/>
            <a:ext cx="9144000" cy="5143500"/>
          </a:xfrm>
          <a:prstGeom prst="rect">
            <a:avLst/>
          </a:prstGeom>
          <a:noFill/>
          <a:ln>
            <a:noFill/>
          </a:ln>
        </p:spPr>
      </p:pic>
      <p:pic>
        <p:nvPicPr>
          <p:cNvPr id="76" name="Google Shape;76;p15"/>
          <p:cNvPicPr preferRelativeResize="0"/>
          <p:nvPr/>
        </p:nvPicPr>
        <p:blipFill>
          <a:blip r:embed="rId3">
            <a:alphaModFix/>
          </a:blip>
          <a:stretch>
            <a:fillRect/>
          </a:stretch>
        </p:blipFill>
        <p:spPr>
          <a:xfrm>
            <a:off x="377125" y="411050"/>
            <a:ext cx="2258524" cy="541450"/>
          </a:xfrm>
          <a:prstGeom prst="rect">
            <a:avLst/>
          </a:prstGeom>
          <a:noFill/>
          <a:ln>
            <a:noFill/>
          </a:ln>
        </p:spPr>
      </p:pic>
      <p:sp>
        <p:nvSpPr>
          <p:cNvPr id="77" name="Google Shape;77;p15"/>
          <p:cNvSpPr txBox="1"/>
          <p:nvPr/>
        </p:nvSpPr>
        <p:spPr>
          <a:xfrm>
            <a:off x="377125" y="3384000"/>
            <a:ext cx="5070600" cy="1293000"/>
          </a:xfrm>
          <a:prstGeom prst="rect">
            <a:avLst/>
          </a:prstGeom>
          <a:noFill/>
          <a:ln>
            <a:noFill/>
          </a:ln>
        </p:spPr>
        <p:txBody>
          <a:bodyPr anchorCtr="0" anchor="t" bIns="91425" lIns="91425" spcFirstLastPara="1" rIns="91425" wrap="square" tIns="91425">
            <a:spAutoFit/>
          </a:bodyPr>
          <a:lstStyle/>
          <a:p>
            <a:pPr indent="-228600" lvl="0" marL="0" marR="0" rtl="0" algn="l">
              <a:lnSpc>
                <a:spcPct val="100000"/>
              </a:lnSpc>
              <a:spcBef>
                <a:spcPts val="0"/>
              </a:spcBef>
              <a:spcAft>
                <a:spcPts val="0"/>
              </a:spcAft>
              <a:buClr>
                <a:schemeClr val="dk1"/>
              </a:buClr>
              <a:buSzPts val="3600"/>
              <a:buFont typeface="Montserrat"/>
              <a:buNone/>
            </a:pPr>
            <a:r>
              <a:rPr b="1" lang="it" sz="3600">
                <a:solidFill>
                  <a:schemeClr val="dk1"/>
                </a:solidFill>
                <a:highlight>
                  <a:srgbClr val="52B3F9"/>
                </a:highlight>
                <a:latin typeface="Montserrat"/>
                <a:ea typeface="Montserrat"/>
                <a:cs typeface="Montserrat"/>
                <a:sym typeface="Montserrat"/>
              </a:rPr>
              <a:t>MLOps &amp; </a:t>
            </a:r>
            <a:endParaRPr b="1" sz="3600">
              <a:solidFill>
                <a:schemeClr val="dk1"/>
              </a:solidFill>
              <a:highlight>
                <a:srgbClr val="52B3F9"/>
              </a:highlight>
              <a:latin typeface="Montserrat"/>
              <a:ea typeface="Montserrat"/>
              <a:cs typeface="Montserrat"/>
              <a:sym typeface="Montserrat"/>
            </a:endParaRPr>
          </a:p>
          <a:p>
            <a:pPr indent="-228600" lvl="0" marL="0" marR="0" rtl="0" algn="l">
              <a:lnSpc>
                <a:spcPct val="100000"/>
              </a:lnSpc>
              <a:spcBef>
                <a:spcPts val="0"/>
              </a:spcBef>
              <a:spcAft>
                <a:spcPts val="0"/>
              </a:spcAft>
              <a:buClr>
                <a:schemeClr val="dk1"/>
              </a:buClr>
              <a:buSzPts val="3600"/>
              <a:buFont typeface="Montserrat"/>
              <a:buNone/>
            </a:pPr>
            <a:r>
              <a:rPr b="1" lang="it" sz="3600">
                <a:solidFill>
                  <a:schemeClr val="dk1"/>
                </a:solidFill>
                <a:highlight>
                  <a:srgbClr val="52B3F9"/>
                </a:highlight>
                <a:latin typeface="Montserrat"/>
                <a:ea typeface="Montserrat"/>
                <a:cs typeface="Montserrat"/>
                <a:sym typeface="Montserrat"/>
              </a:rPr>
              <a:t>AI Observability</a:t>
            </a:r>
            <a:endParaRPr b="1" sz="3600">
              <a:solidFill>
                <a:schemeClr val="dk1"/>
              </a:solidFill>
              <a:highlight>
                <a:srgbClr val="52B3F9"/>
              </a:highlight>
              <a:latin typeface="Montserrat"/>
              <a:ea typeface="Montserrat"/>
              <a:cs typeface="Montserrat"/>
              <a:sym typeface="Montserrat"/>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LOps &amp;  AI Observability 1" type="titleOnly">
  <p:cSld name="TITLE_ONLY">
    <p:spTree>
      <p:nvGrpSpPr>
        <p:cNvPr id="78" name="Shape 78"/>
        <p:cNvGrpSpPr/>
        <p:nvPr/>
      </p:nvGrpSpPr>
      <p:grpSpPr>
        <a:xfrm>
          <a:off x="0" y="0"/>
          <a:ext cx="0" cy="0"/>
          <a:chOff x="0" y="0"/>
          <a:chExt cx="0" cy="0"/>
        </a:xfrm>
      </p:grpSpPr>
      <p:sp>
        <p:nvSpPr>
          <p:cNvPr id="79" name="Google Shape;79;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pic>
        <p:nvPicPr>
          <p:cNvPr id="80" name="Google Shape;80;p16" title="Logotipo_Colore_Trasparente.png"/>
          <p:cNvPicPr preferRelativeResize="0"/>
          <p:nvPr/>
        </p:nvPicPr>
        <p:blipFill>
          <a:blip r:embed="rId2">
            <a:alphaModFix/>
          </a:blip>
          <a:stretch>
            <a:fillRect/>
          </a:stretch>
        </p:blipFill>
        <p:spPr>
          <a:xfrm>
            <a:off x="428849" y="4642300"/>
            <a:ext cx="1174649" cy="286150"/>
          </a:xfrm>
          <a:prstGeom prst="rect">
            <a:avLst/>
          </a:prstGeom>
          <a:noFill/>
          <a:ln>
            <a:noFill/>
          </a:ln>
        </p:spPr>
      </p:pic>
      <p:pic>
        <p:nvPicPr>
          <p:cNvPr id="81" name="Google Shape;81;p16" title="9.png"/>
          <p:cNvPicPr preferRelativeResize="0"/>
          <p:nvPr/>
        </p:nvPicPr>
        <p:blipFill>
          <a:blip r:embed="rId3">
            <a:alphaModFix/>
          </a:blip>
          <a:stretch>
            <a:fillRect/>
          </a:stretch>
        </p:blipFill>
        <p:spPr>
          <a:xfrm rot="10800000">
            <a:off x="5076000" y="-1"/>
            <a:ext cx="4068000" cy="2275201"/>
          </a:xfrm>
          <a:prstGeom prst="rect">
            <a:avLst/>
          </a:prstGeom>
          <a:noFill/>
          <a:ln>
            <a:noFill/>
          </a:ln>
        </p:spPr>
      </p:pic>
      <p:sp>
        <p:nvSpPr>
          <p:cNvPr id="82" name="Google Shape;82;p16"/>
          <p:cNvSpPr txBox="1"/>
          <p:nvPr>
            <p:ph type="title"/>
          </p:nvPr>
        </p:nvSpPr>
        <p:spPr>
          <a:xfrm>
            <a:off x="428400" y="396000"/>
            <a:ext cx="6704700" cy="567000"/>
          </a:xfrm>
          <a:prstGeom prst="rect">
            <a:avLst/>
          </a:prstGeom>
        </p:spPr>
        <p:txBody>
          <a:bodyPr anchorCtr="0" anchor="t" bIns="91425" lIns="91425" spcFirstLastPara="1" rIns="91425" wrap="square" tIns="91425">
            <a:normAutofit/>
          </a:bodyPr>
          <a:lstStyle>
            <a:lvl1pPr lvl="0">
              <a:spcBef>
                <a:spcPts val="0"/>
              </a:spcBef>
              <a:spcAft>
                <a:spcPts val="0"/>
              </a:spcAft>
              <a:buSzPts val="2000"/>
              <a:buFont typeface="Montserrat"/>
              <a:buNone/>
              <a:defRPr b="1" sz="2000">
                <a:highlight>
                  <a:srgbClr val="52B3F9"/>
                </a:highlight>
                <a:latin typeface="Montserrat"/>
                <a:ea typeface="Montserrat"/>
                <a:cs typeface="Montserrat"/>
                <a:sym typeface="Montserrat"/>
              </a:defRPr>
            </a:lvl1pPr>
            <a:lvl2pPr lvl="1">
              <a:spcBef>
                <a:spcPts val="0"/>
              </a:spcBef>
              <a:spcAft>
                <a:spcPts val="0"/>
              </a:spcAft>
              <a:buSzPts val="2800"/>
              <a:buNone/>
              <a:defRPr>
                <a:highlight>
                  <a:srgbClr val="52B3F9"/>
                </a:highlight>
              </a:defRPr>
            </a:lvl2pPr>
            <a:lvl3pPr lvl="2">
              <a:spcBef>
                <a:spcPts val="0"/>
              </a:spcBef>
              <a:spcAft>
                <a:spcPts val="0"/>
              </a:spcAft>
              <a:buSzPts val="2800"/>
              <a:buNone/>
              <a:defRPr>
                <a:highlight>
                  <a:srgbClr val="52B3F9"/>
                </a:highlight>
              </a:defRPr>
            </a:lvl3pPr>
            <a:lvl4pPr lvl="3">
              <a:spcBef>
                <a:spcPts val="0"/>
              </a:spcBef>
              <a:spcAft>
                <a:spcPts val="0"/>
              </a:spcAft>
              <a:buSzPts val="2800"/>
              <a:buNone/>
              <a:defRPr>
                <a:highlight>
                  <a:srgbClr val="52B3F9"/>
                </a:highlight>
              </a:defRPr>
            </a:lvl4pPr>
            <a:lvl5pPr lvl="4">
              <a:spcBef>
                <a:spcPts val="0"/>
              </a:spcBef>
              <a:spcAft>
                <a:spcPts val="0"/>
              </a:spcAft>
              <a:buSzPts val="2800"/>
              <a:buNone/>
              <a:defRPr>
                <a:highlight>
                  <a:srgbClr val="52B3F9"/>
                </a:highlight>
              </a:defRPr>
            </a:lvl5pPr>
            <a:lvl6pPr lvl="5">
              <a:spcBef>
                <a:spcPts val="0"/>
              </a:spcBef>
              <a:spcAft>
                <a:spcPts val="0"/>
              </a:spcAft>
              <a:buSzPts val="2800"/>
              <a:buNone/>
              <a:defRPr>
                <a:highlight>
                  <a:srgbClr val="52B3F9"/>
                </a:highlight>
              </a:defRPr>
            </a:lvl6pPr>
            <a:lvl7pPr lvl="6">
              <a:spcBef>
                <a:spcPts val="0"/>
              </a:spcBef>
              <a:spcAft>
                <a:spcPts val="0"/>
              </a:spcAft>
              <a:buSzPts val="2800"/>
              <a:buNone/>
              <a:defRPr>
                <a:highlight>
                  <a:srgbClr val="52B3F9"/>
                </a:highlight>
              </a:defRPr>
            </a:lvl7pPr>
            <a:lvl8pPr lvl="7">
              <a:spcBef>
                <a:spcPts val="0"/>
              </a:spcBef>
              <a:spcAft>
                <a:spcPts val="0"/>
              </a:spcAft>
              <a:buSzPts val="2800"/>
              <a:buNone/>
              <a:defRPr>
                <a:highlight>
                  <a:srgbClr val="52B3F9"/>
                </a:highlight>
              </a:defRPr>
            </a:lvl8pPr>
            <a:lvl9pPr lvl="8">
              <a:spcBef>
                <a:spcPts val="0"/>
              </a:spcBef>
              <a:spcAft>
                <a:spcPts val="0"/>
              </a:spcAft>
              <a:buSzPts val="2800"/>
              <a:buNone/>
              <a:defRPr>
                <a:highlight>
                  <a:srgbClr val="52B3F9"/>
                </a:highlight>
              </a:defRPr>
            </a:lvl9pPr>
          </a:lstStyle>
          <a:p/>
        </p:txBody>
      </p:sp>
      <p:sp>
        <p:nvSpPr>
          <p:cNvPr id="83" name="Google Shape;83;p16"/>
          <p:cNvSpPr txBox="1"/>
          <p:nvPr>
            <p:ph idx="1" type="subTitle"/>
          </p:nvPr>
        </p:nvSpPr>
        <p:spPr>
          <a:xfrm>
            <a:off x="428400" y="972000"/>
            <a:ext cx="6477000" cy="645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84" name="Google Shape;84;p16"/>
          <p:cNvSpPr txBox="1"/>
          <p:nvPr>
            <p:ph idx="2" type="body"/>
          </p:nvPr>
        </p:nvSpPr>
        <p:spPr>
          <a:xfrm>
            <a:off x="428850" y="1656000"/>
            <a:ext cx="6291600" cy="20850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1pPr>
            <a:lvl2pPr indent="-304800" lvl="1" marL="914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2pPr>
            <a:lvl3pPr indent="-304800" lvl="2" marL="1371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3pPr>
            <a:lvl4pPr indent="-304800" lvl="3" marL="1828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4pPr>
            <a:lvl5pPr indent="-304800" lvl="4" marL="22860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5pPr>
            <a:lvl6pPr indent="-304800" lvl="5" marL="2743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6pPr>
            <a:lvl7pPr indent="-304800" lvl="6" marL="3200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7pPr>
            <a:lvl8pPr indent="-304800" lvl="7" marL="3657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8pPr>
            <a:lvl9pPr indent="-304800" lvl="8" marL="4114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LOps &amp;  AI Observability 2">
  <p:cSld name="ONE_COLUMN_TEXT">
    <p:spTree>
      <p:nvGrpSpPr>
        <p:cNvPr id="85" name="Shape 85"/>
        <p:cNvGrpSpPr/>
        <p:nvPr/>
      </p:nvGrpSpPr>
      <p:grpSpPr>
        <a:xfrm>
          <a:off x="0" y="0"/>
          <a:ext cx="0" cy="0"/>
          <a:chOff x="0" y="0"/>
          <a:chExt cx="0" cy="0"/>
        </a:xfrm>
      </p:grpSpPr>
      <p:sp>
        <p:nvSpPr>
          <p:cNvPr id="86" name="Google Shape;86;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
        <p:nvSpPr>
          <p:cNvPr id="87" name="Google Shape;87;p17"/>
          <p:cNvSpPr txBox="1"/>
          <p:nvPr>
            <p:ph idx="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pic>
        <p:nvPicPr>
          <p:cNvPr id="88" name="Google Shape;88;p17" title="Logotipo_Colore_Trasparente.png"/>
          <p:cNvPicPr preferRelativeResize="0"/>
          <p:nvPr/>
        </p:nvPicPr>
        <p:blipFill>
          <a:blip r:embed="rId2">
            <a:alphaModFix/>
          </a:blip>
          <a:stretch>
            <a:fillRect/>
          </a:stretch>
        </p:blipFill>
        <p:spPr>
          <a:xfrm>
            <a:off x="428849" y="4642300"/>
            <a:ext cx="1174649" cy="286150"/>
          </a:xfrm>
          <a:prstGeom prst="rect">
            <a:avLst/>
          </a:prstGeom>
          <a:noFill/>
          <a:ln>
            <a:noFill/>
          </a:ln>
        </p:spPr>
      </p:pic>
      <p:pic>
        <p:nvPicPr>
          <p:cNvPr id="89" name="Google Shape;89;p17" title="7.png"/>
          <p:cNvPicPr preferRelativeResize="0"/>
          <p:nvPr/>
        </p:nvPicPr>
        <p:blipFill>
          <a:blip r:embed="rId3">
            <a:alphaModFix/>
          </a:blip>
          <a:stretch>
            <a:fillRect/>
          </a:stretch>
        </p:blipFill>
        <p:spPr>
          <a:xfrm rot="-5400000">
            <a:off x="5120600" y="1126551"/>
            <a:ext cx="5149949" cy="2896849"/>
          </a:xfrm>
          <a:prstGeom prst="rect">
            <a:avLst/>
          </a:prstGeom>
          <a:noFill/>
          <a:ln>
            <a:noFill/>
          </a:ln>
        </p:spPr>
      </p:pic>
      <p:sp>
        <p:nvSpPr>
          <p:cNvPr id="90" name="Google Shape;90;p17"/>
          <p:cNvSpPr txBox="1"/>
          <p:nvPr>
            <p:ph type="title"/>
          </p:nvPr>
        </p:nvSpPr>
        <p:spPr>
          <a:xfrm>
            <a:off x="428400" y="396000"/>
            <a:ext cx="6831900" cy="635100"/>
          </a:xfrm>
          <a:prstGeom prst="rect">
            <a:avLst/>
          </a:prstGeom>
        </p:spPr>
        <p:txBody>
          <a:bodyPr anchorCtr="0" anchor="t" bIns="91425" lIns="91425" spcFirstLastPara="1" rIns="91425" wrap="square" tIns="91425">
            <a:normAutofit/>
          </a:bodyPr>
          <a:lstStyle>
            <a:lvl1pPr lvl="0">
              <a:spcBef>
                <a:spcPts val="0"/>
              </a:spcBef>
              <a:spcAft>
                <a:spcPts val="0"/>
              </a:spcAft>
              <a:buSzPts val="2000"/>
              <a:buFont typeface="Montserrat"/>
              <a:buNone/>
              <a:defRPr b="1" sz="2000">
                <a:highlight>
                  <a:srgbClr val="52B3F9"/>
                </a:highlight>
                <a:latin typeface="Montserrat"/>
                <a:ea typeface="Montserrat"/>
                <a:cs typeface="Montserrat"/>
                <a:sym typeface="Montserra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 name="Google Shape;91;p17"/>
          <p:cNvSpPr txBox="1"/>
          <p:nvPr>
            <p:ph idx="1" type="subTitle"/>
          </p:nvPr>
        </p:nvSpPr>
        <p:spPr>
          <a:xfrm>
            <a:off x="428400" y="972000"/>
            <a:ext cx="7011600" cy="645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1pPr>
            <a:lvl2pPr lvl="1">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2pPr>
            <a:lvl3pPr lvl="2">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3pPr>
            <a:lvl4pPr lvl="3">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4pPr>
            <a:lvl5pPr lvl="4">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5pPr>
            <a:lvl6pPr lvl="5">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6pPr>
            <a:lvl7pPr lvl="6">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7pPr>
            <a:lvl8pPr lvl="7">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8pPr>
            <a:lvl9pPr lvl="8">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9pPr>
          </a:lstStyle>
          <a:p/>
        </p:txBody>
      </p:sp>
      <p:sp>
        <p:nvSpPr>
          <p:cNvPr id="92" name="Google Shape;92;p17"/>
          <p:cNvSpPr txBox="1"/>
          <p:nvPr>
            <p:ph idx="3" type="body"/>
          </p:nvPr>
        </p:nvSpPr>
        <p:spPr>
          <a:xfrm>
            <a:off x="428400" y="1656000"/>
            <a:ext cx="6683700" cy="2762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1pPr>
            <a:lvl2pPr indent="-304800" lvl="1" marL="914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2pPr>
            <a:lvl3pPr indent="-304800" lvl="2" marL="1371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3pPr>
            <a:lvl4pPr indent="-304800" lvl="3" marL="1828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4pPr>
            <a:lvl5pPr indent="-304800" lvl="4" marL="22860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5pPr>
            <a:lvl6pPr indent="-304800" lvl="5" marL="2743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6pPr>
            <a:lvl7pPr indent="-304800" lvl="6" marL="3200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7pPr>
            <a:lvl8pPr indent="-304800" lvl="7" marL="3657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8pPr>
            <a:lvl9pPr indent="-304800" lvl="8" marL="4114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LOps &amp;  AI Observability 3">
  <p:cSld name="MAIN_POINT_1">
    <p:spTree>
      <p:nvGrpSpPr>
        <p:cNvPr id="93" name="Shape 93"/>
        <p:cNvGrpSpPr/>
        <p:nvPr/>
      </p:nvGrpSpPr>
      <p:grpSpPr>
        <a:xfrm>
          <a:off x="0" y="0"/>
          <a:ext cx="0" cy="0"/>
          <a:chOff x="0" y="0"/>
          <a:chExt cx="0" cy="0"/>
        </a:xfrm>
      </p:grpSpPr>
      <p:sp>
        <p:nvSpPr>
          <p:cNvPr id="94" name="Google Shape;94;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pic>
        <p:nvPicPr>
          <p:cNvPr id="95" name="Google Shape;95;p18" title="Logotipo_Colore_Trasparente.png"/>
          <p:cNvPicPr preferRelativeResize="0"/>
          <p:nvPr/>
        </p:nvPicPr>
        <p:blipFill>
          <a:blip r:embed="rId2">
            <a:alphaModFix/>
          </a:blip>
          <a:stretch>
            <a:fillRect/>
          </a:stretch>
        </p:blipFill>
        <p:spPr>
          <a:xfrm>
            <a:off x="428849" y="4642300"/>
            <a:ext cx="1174649" cy="286150"/>
          </a:xfrm>
          <a:prstGeom prst="rect">
            <a:avLst/>
          </a:prstGeom>
          <a:noFill/>
          <a:ln>
            <a:noFill/>
          </a:ln>
        </p:spPr>
      </p:pic>
      <p:pic>
        <p:nvPicPr>
          <p:cNvPr id="96" name="Google Shape;96;p18" title="8.png"/>
          <p:cNvPicPr preferRelativeResize="0"/>
          <p:nvPr/>
        </p:nvPicPr>
        <p:blipFill rotWithShape="1">
          <a:blip r:embed="rId3">
            <a:alphaModFix/>
          </a:blip>
          <a:srcRect b="0" l="0" r="10945" t="40490"/>
          <a:stretch/>
        </p:blipFill>
        <p:spPr>
          <a:xfrm flipH="1">
            <a:off x="1000925" y="2082575"/>
            <a:ext cx="8143075" cy="3060925"/>
          </a:xfrm>
          <a:prstGeom prst="rect">
            <a:avLst/>
          </a:prstGeom>
          <a:noFill/>
          <a:ln>
            <a:noFill/>
          </a:ln>
        </p:spPr>
      </p:pic>
      <p:sp>
        <p:nvSpPr>
          <p:cNvPr id="97" name="Google Shape;97;p18"/>
          <p:cNvSpPr txBox="1"/>
          <p:nvPr>
            <p:ph type="title"/>
          </p:nvPr>
        </p:nvSpPr>
        <p:spPr>
          <a:xfrm>
            <a:off x="428400" y="396000"/>
            <a:ext cx="7032900" cy="804300"/>
          </a:xfrm>
          <a:prstGeom prst="rect">
            <a:avLst/>
          </a:prstGeom>
        </p:spPr>
        <p:txBody>
          <a:bodyPr anchorCtr="0" anchor="t" bIns="91425" lIns="91425" spcFirstLastPara="1" rIns="91425" wrap="square" tIns="91425">
            <a:normAutofit/>
          </a:bodyPr>
          <a:lstStyle>
            <a:lvl1pPr lvl="0">
              <a:spcBef>
                <a:spcPts val="0"/>
              </a:spcBef>
              <a:spcAft>
                <a:spcPts val="0"/>
              </a:spcAft>
              <a:buSzPts val="2000"/>
              <a:buFont typeface="Montserrat"/>
              <a:buNone/>
              <a:defRPr b="1" sz="2000">
                <a:highlight>
                  <a:srgbClr val="52B3F9"/>
                </a:highlight>
                <a:latin typeface="Montserrat"/>
                <a:ea typeface="Montserrat"/>
                <a:cs typeface="Montserrat"/>
                <a:sym typeface="Montserrat"/>
              </a:defRPr>
            </a:lvl1pPr>
            <a:lvl2pPr lvl="1">
              <a:spcBef>
                <a:spcPts val="0"/>
              </a:spcBef>
              <a:spcAft>
                <a:spcPts val="0"/>
              </a:spcAft>
              <a:buSzPts val="2000"/>
              <a:buFont typeface="Montserrat"/>
              <a:buNone/>
              <a:defRPr b="1" sz="2000">
                <a:highlight>
                  <a:srgbClr val="52B3F9"/>
                </a:highlight>
                <a:latin typeface="Montserrat"/>
                <a:ea typeface="Montserrat"/>
                <a:cs typeface="Montserrat"/>
                <a:sym typeface="Montserrat"/>
              </a:defRPr>
            </a:lvl2pPr>
            <a:lvl3pPr lvl="2">
              <a:spcBef>
                <a:spcPts val="0"/>
              </a:spcBef>
              <a:spcAft>
                <a:spcPts val="0"/>
              </a:spcAft>
              <a:buSzPts val="2000"/>
              <a:buFont typeface="Montserrat"/>
              <a:buNone/>
              <a:defRPr b="1" sz="2000">
                <a:highlight>
                  <a:srgbClr val="52B3F9"/>
                </a:highlight>
                <a:latin typeface="Montserrat"/>
                <a:ea typeface="Montserrat"/>
                <a:cs typeface="Montserrat"/>
                <a:sym typeface="Montserrat"/>
              </a:defRPr>
            </a:lvl3pPr>
            <a:lvl4pPr lvl="3">
              <a:spcBef>
                <a:spcPts val="0"/>
              </a:spcBef>
              <a:spcAft>
                <a:spcPts val="0"/>
              </a:spcAft>
              <a:buSzPts val="2000"/>
              <a:buFont typeface="Montserrat"/>
              <a:buNone/>
              <a:defRPr b="1" sz="2000">
                <a:highlight>
                  <a:srgbClr val="52B3F9"/>
                </a:highlight>
                <a:latin typeface="Montserrat"/>
                <a:ea typeface="Montserrat"/>
                <a:cs typeface="Montserrat"/>
                <a:sym typeface="Montserrat"/>
              </a:defRPr>
            </a:lvl4pPr>
            <a:lvl5pPr lvl="4">
              <a:spcBef>
                <a:spcPts val="0"/>
              </a:spcBef>
              <a:spcAft>
                <a:spcPts val="0"/>
              </a:spcAft>
              <a:buSzPts val="2000"/>
              <a:buFont typeface="Montserrat"/>
              <a:buNone/>
              <a:defRPr b="1" sz="2000">
                <a:highlight>
                  <a:srgbClr val="52B3F9"/>
                </a:highlight>
                <a:latin typeface="Montserrat"/>
                <a:ea typeface="Montserrat"/>
                <a:cs typeface="Montserrat"/>
                <a:sym typeface="Montserrat"/>
              </a:defRPr>
            </a:lvl5pPr>
            <a:lvl6pPr lvl="5">
              <a:spcBef>
                <a:spcPts val="0"/>
              </a:spcBef>
              <a:spcAft>
                <a:spcPts val="0"/>
              </a:spcAft>
              <a:buSzPts val="2000"/>
              <a:buFont typeface="Montserrat"/>
              <a:buNone/>
              <a:defRPr b="1" sz="2000">
                <a:highlight>
                  <a:srgbClr val="52B3F9"/>
                </a:highlight>
                <a:latin typeface="Montserrat"/>
                <a:ea typeface="Montserrat"/>
                <a:cs typeface="Montserrat"/>
                <a:sym typeface="Montserrat"/>
              </a:defRPr>
            </a:lvl6pPr>
            <a:lvl7pPr lvl="6">
              <a:spcBef>
                <a:spcPts val="0"/>
              </a:spcBef>
              <a:spcAft>
                <a:spcPts val="0"/>
              </a:spcAft>
              <a:buSzPts val="2000"/>
              <a:buFont typeface="Montserrat"/>
              <a:buNone/>
              <a:defRPr b="1" sz="2000">
                <a:highlight>
                  <a:srgbClr val="52B3F9"/>
                </a:highlight>
                <a:latin typeface="Montserrat"/>
                <a:ea typeface="Montserrat"/>
                <a:cs typeface="Montserrat"/>
                <a:sym typeface="Montserrat"/>
              </a:defRPr>
            </a:lvl7pPr>
            <a:lvl8pPr lvl="7">
              <a:spcBef>
                <a:spcPts val="0"/>
              </a:spcBef>
              <a:spcAft>
                <a:spcPts val="0"/>
              </a:spcAft>
              <a:buSzPts val="2000"/>
              <a:buFont typeface="Montserrat"/>
              <a:buNone/>
              <a:defRPr b="1" sz="2000">
                <a:highlight>
                  <a:srgbClr val="52B3F9"/>
                </a:highlight>
                <a:latin typeface="Montserrat"/>
                <a:ea typeface="Montserrat"/>
                <a:cs typeface="Montserrat"/>
                <a:sym typeface="Montserrat"/>
              </a:defRPr>
            </a:lvl8pPr>
            <a:lvl9pPr lvl="8">
              <a:spcBef>
                <a:spcPts val="0"/>
              </a:spcBef>
              <a:spcAft>
                <a:spcPts val="0"/>
              </a:spcAft>
              <a:buSzPts val="2000"/>
              <a:buFont typeface="Montserrat"/>
              <a:buNone/>
              <a:defRPr b="1" sz="2000">
                <a:highlight>
                  <a:srgbClr val="52B3F9"/>
                </a:highlight>
                <a:latin typeface="Montserrat"/>
                <a:ea typeface="Montserrat"/>
                <a:cs typeface="Montserrat"/>
                <a:sym typeface="Montserrat"/>
              </a:defRPr>
            </a:lvl9pPr>
          </a:lstStyle>
          <a:p/>
        </p:txBody>
      </p:sp>
      <p:sp>
        <p:nvSpPr>
          <p:cNvPr id="98" name="Google Shape;98;p18"/>
          <p:cNvSpPr txBox="1"/>
          <p:nvPr>
            <p:ph idx="1" type="subTitle"/>
          </p:nvPr>
        </p:nvSpPr>
        <p:spPr>
          <a:xfrm>
            <a:off x="428400" y="972000"/>
            <a:ext cx="7032900" cy="4674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1pPr>
            <a:lvl2pPr lvl="1">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2pPr>
            <a:lvl3pPr lvl="2">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3pPr>
            <a:lvl4pPr lvl="3">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4pPr>
            <a:lvl5pPr lvl="4">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5pPr>
            <a:lvl6pPr lvl="5">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6pPr>
            <a:lvl7pPr lvl="6">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7pPr>
            <a:lvl8pPr lvl="7">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8pPr>
            <a:lvl9pPr lvl="8">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9pPr>
          </a:lstStyle>
          <a:p/>
        </p:txBody>
      </p:sp>
      <p:sp>
        <p:nvSpPr>
          <p:cNvPr id="99" name="Google Shape;99;p18"/>
          <p:cNvSpPr txBox="1"/>
          <p:nvPr>
            <p:ph idx="2" type="body"/>
          </p:nvPr>
        </p:nvSpPr>
        <p:spPr>
          <a:xfrm>
            <a:off x="428400" y="1656000"/>
            <a:ext cx="6021900" cy="2813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1pPr>
            <a:lvl2pPr indent="-304800" lvl="1" marL="914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2pPr>
            <a:lvl3pPr indent="-304800" lvl="2" marL="1371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3pPr>
            <a:lvl4pPr indent="-304800" lvl="3" marL="1828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4pPr>
            <a:lvl5pPr indent="-304800" lvl="4" marL="22860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5pPr>
            <a:lvl6pPr indent="-304800" lvl="5" marL="2743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6pPr>
            <a:lvl7pPr indent="-304800" lvl="6" marL="3200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7pPr>
            <a:lvl8pPr indent="-304800" lvl="7" marL="3657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8pPr>
            <a:lvl9pPr indent="-304800" lvl="8" marL="4114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LOps &amp;  AI Observability 4">
  <p:cSld name="MAIN_POINT_1_1">
    <p:spTree>
      <p:nvGrpSpPr>
        <p:cNvPr id="100" name="Shape 100"/>
        <p:cNvGrpSpPr/>
        <p:nvPr/>
      </p:nvGrpSpPr>
      <p:grpSpPr>
        <a:xfrm>
          <a:off x="0" y="0"/>
          <a:ext cx="0" cy="0"/>
          <a:chOff x="0" y="0"/>
          <a:chExt cx="0" cy="0"/>
        </a:xfrm>
      </p:grpSpPr>
      <p:sp>
        <p:nvSpPr>
          <p:cNvPr id="101" name="Google Shape;101;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pic>
        <p:nvPicPr>
          <p:cNvPr id="102" name="Google Shape;102;p19" title="Logotipo_Colore_Trasparente.png"/>
          <p:cNvPicPr preferRelativeResize="0"/>
          <p:nvPr/>
        </p:nvPicPr>
        <p:blipFill>
          <a:blip r:embed="rId2">
            <a:alphaModFix/>
          </a:blip>
          <a:stretch>
            <a:fillRect/>
          </a:stretch>
        </p:blipFill>
        <p:spPr>
          <a:xfrm>
            <a:off x="428849" y="4642300"/>
            <a:ext cx="1174649" cy="286150"/>
          </a:xfrm>
          <a:prstGeom prst="rect">
            <a:avLst/>
          </a:prstGeom>
          <a:noFill/>
          <a:ln>
            <a:noFill/>
          </a:ln>
        </p:spPr>
      </p:pic>
      <p:sp>
        <p:nvSpPr>
          <p:cNvPr id="103" name="Google Shape;103;p19"/>
          <p:cNvSpPr txBox="1"/>
          <p:nvPr>
            <p:ph type="title"/>
          </p:nvPr>
        </p:nvSpPr>
        <p:spPr>
          <a:xfrm>
            <a:off x="428400" y="396000"/>
            <a:ext cx="7032900" cy="804300"/>
          </a:xfrm>
          <a:prstGeom prst="rect">
            <a:avLst/>
          </a:prstGeom>
        </p:spPr>
        <p:txBody>
          <a:bodyPr anchorCtr="0" anchor="t" bIns="91425" lIns="91425" spcFirstLastPara="1" rIns="91425" wrap="square" tIns="91425">
            <a:normAutofit/>
          </a:bodyPr>
          <a:lstStyle>
            <a:lvl1pPr lvl="0">
              <a:spcBef>
                <a:spcPts val="0"/>
              </a:spcBef>
              <a:spcAft>
                <a:spcPts val="0"/>
              </a:spcAft>
              <a:buSzPts val="2000"/>
              <a:buFont typeface="Montserrat"/>
              <a:buNone/>
              <a:defRPr b="1" sz="2000">
                <a:highlight>
                  <a:srgbClr val="52B3F9"/>
                </a:highlight>
                <a:latin typeface="Montserrat"/>
                <a:ea typeface="Montserrat"/>
                <a:cs typeface="Montserrat"/>
                <a:sym typeface="Montserrat"/>
              </a:defRPr>
            </a:lvl1pPr>
            <a:lvl2pPr lvl="1">
              <a:spcBef>
                <a:spcPts val="0"/>
              </a:spcBef>
              <a:spcAft>
                <a:spcPts val="0"/>
              </a:spcAft>
              <a:buSzPts val="2000"/>
              <a:buFont typeface="Montserrat"/>
              <a:buNone/>
              <a:defRPr b="1" sz="2000">
                <a:highlight>
                  <a:srgbClr val="52B3F9"/>
                </a:highlight>
                <a:latin typeface="Montserrat"/>
                <a:ea typeface="Montserrat"/>
                <a:cs typeface="Montserrat"/>
                <a:sym typeface="Montserrat"/>
              </a:defRPr>
            </a:lvl2pPr>
            <a:lvl3pPr lvl="2">
              <a:spcBef>
                <a:spcPts val="0"/>
              </a:spcBef>
              <a:spcAft>
                <a:spcPts val="0"/>
              </a:spcAft>
              <a:buSzPts val="2000"/>
              <a:buFont typeface="Montserrat"/>
              <a:buNone/>
              <a:defRPr b="1" sz="2000">
                <a:highlight>
                  <a:srgbClr val="52B3F9"/>
                </a:highlight>
                <a:latin typeface="Montserrat"/>
                <a:ea typeface="Montserrat"/>
                <a:cs typeface="Montserrat"/>
                <a:sym typeface="Montserrat"/>
              </a:defRPr>
            </a:lvl3pPr>
            <a:lvl4pPr lvl="3">
              <a:spcBef>
                <a:spcPts val="0"/>
              </a:spcBef>
              <a:spcAft>
                <a:spcPts val="0"/>
              </a:spcAft>
              <a:buSzPts val="2000"/>
              <a:buFont typeface="Montserrat"/>
              <a:buNone/>
              <a:defRPr b="1" sz="2000">
                <a:highlight>
                  <a:srgbClr val="52B3F9"/>
                </a:highlight>
                <a:latin typeface="Montserrat"/>
                <a:ea typeface="Montserrat"/>
                <a:cs typeface="Montserrat"/>
                <a:sym typeface="Montserrat"/>
              </a:defRPr>
            </a:lvl4pPr>
            <a:lvl5pPr lvl="4">
              <a:spcBef>
                <a:spcPts val="0"/>
              </a:spcBef>
              <a:spcAft>
                <a:spcPts val="0"/>
              </a:spcAft>
              <a:buSzPts val="2000"/>
              <a:buFont typeface="Montserrat"/>
              <a:buNone/>
              <a:defRPr b="1" sz="2000">
                <a:highlight>
                  <a:srgbClr val="52B3F9"/>
                </a:highlight>
                <a:latin typeface="Montserrat"/>
                <a:ea typeface="Montserrat"/>
                <a:cs typeface="Montserrat"/>
                <a:sym typeface="Montserrat"/>
              </a:defRPr>
            </a:lvl5pPr>
            <a:lvl6pPr lvl="5">
              <a:spcBef>
                <a:spcPts val="0"/>
              </a:spcBef>
              <a:spcAft>
                <a:spcPts val="0"/>
              </a:spcAft>
              <a:buSzPts val="2000"/>
              <a:buFont typeface="Montserrat"/>
              <a:buNone/>
              <a:defRPr b="1" sz="2000">
                <a:highlight>
                  <a:srgbClr val="52B3F9"/>
                </a:highlight>
                <a:latin typeface="Montserrat"/>
                <a:ea typeface="Montserrat"/>
                <a:cs typeface="Montserrat"/>
                <a:sym typeface="Montserrat"/>
              </a:defRPr>
            </a:lvl6pPr>
            <a:lvl7pPr lvl="6">
              <a:spcBef>
                <a:spcPts val="0"/>
              </a:spcBef>
              <a:spcAft>
                <a:spcPts val="0"/>
              </a:spcAft>
              <a:buSzPts val="2000"/>
              <a:buFont typeface="Montserrat"/>
              <a:buNone/>
              <a:defRPr b="1" sz="2000">
                <a:highlight>
                  <a:srgbClr val="52B3F9"/>
                </a:highlight>
                <a:latin typeface="Montserrat"/>
                <a:ea typeface="Montserrat"/>
                <a:cs typeface="Montserrat"/>
                <a:sym typeface="Montserrat"/>
              </a:defRPr>
            </a:lvl7pPr>
            <a:lvl8pPr lvl="7">
              <a:spcBef>
                <a:spcPts val="0"/>
              </a:spcBef>
              <a:spcAft>
                <a:spcPts val="0"/>
              </a:spcAft>
              <a:buSzPts val="2000"/>
              <a:buFont typeface="Montserrat"/>
              <a:buNone/>
              <a:defRPr b="1" sz="2000">
                <a:highlight>
                  <a:srgbClr val="52B3F9"/>
                </a:highlight>
                <a:latin typeface="Montserrat"/>
                <a:ea typeface="Montserrat"/>
                <a:cs typeface="Montserrat"/>
                <a:sym typeface="Montserrat"/>
              </a:defRPr>
            </a:lvl8pPr>
            <a:lvl9pPr lvl="8">
              <a:spcBef>
                <a:spcPts val="0"/>
              </a:spcBef>
              <a:spcAft>
                <a:spcPts val="0"/>
              </a:spcAft>
              <a:buSzPts val="2000"/>
              <a:buFont typeface="Montserrat"/>
              <a:buNone/>
              <a:defRPr b="1" sz="2000">
                <a:highlight>
                  <a:srgbClr val="52B3F9"/>
                </a:highlight>
                <a:latin typeface="Montserrat"/>
                <a:ea typeface="Montserrat"/>
                <a:cs typeface="Montserrat"/>
                <a:sym typeface="Montserrat"/>
              </a:defRPr>
            </a:lvl9pPr>
          </a:lstStyle>
          <a:p/>
        </p:txBody>
      </p:sp>
      <p:sp>
        <p:nvSpPr>
          <p:cNvPr id="104" name="Google Shape;104;p19"/>
          <p:cNvSpPr txBox="1"/>
          <p:nvPr>
            <p:ph idx="1" type="subTitle"/>
          </p:nvPr>
        </p:nvSpPr>
        <p:spPr>
          <a:xfrm>
            <a:off x="428400" y="972000"/>
            <a:ext cx="7032900" cy="4674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1pPr>
            <a:lvl2pPr lvl="1">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2pPr>
            <a:lvl3pPr lvl="2">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3pPr>
            <a:lvl4pPr lvl="3">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4pPr>
            <a:lvl5pPr lvl="4">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5pPr>
            <a:lvl6pPr lvl="5">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6pPr>
            <a:lvl7pPr lvl="6">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7pPr>
            <a:lvl8pPr lvl="7">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8pPr>
            <a:lvl9pPr lvl="8">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9pPr>
          </a:lstStyle>
          <a:p/>
        </p:txBody>
      </p:sp>
      <p:sp>
        <p:nvSpPr>
          <p:cNvPr id="105" name="Google Shape;105;p19"/>
          <p:cNvSpPr txBox="1"/>
          <p:nvPr>
            <p:ph idx="2" type="body"/>
          </p:nvPr>
        </p:nvSpPr>
        <p:spPr>
          <a:xfrm>
            <a:off x="428400" y="1656000"/>
            <a:ext cx="6021900" cy="2813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1pPr>
            <a:lvl2pPr indent="-304800" lvl="1" marL="914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2pPr>
            <a:lvl3pPr indent="-304800" lvl="2" marL="1371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3pPr>
            <a:lvl4pPr indent="-304800" lvl="3" marL="1828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4pPr>
            <a:lvl5pPr indent="-304800" lvl="4" marL="22860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5pPr>
            <a:lvl6pPr indent="-304800" lvl="5" marL="2743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6pPr>
            <a:lvl7pPr indent="-304800" lvl="6" marL="3200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7pPr>
            <a:lvl8pPr indent="-304800" lvl="7" marL="3657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8pPr>
            <a:lvl9pPr indent="-304800" lvl="8" marL="4114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I Monitoring">
  <p:cSld name="CUSTOM_2">
    <p:spTree>
      <p:nvGrpSpPr>
        <p:cNvPr id="106" name="Shape 106"/>
        <p:cNvGrpSpPr/>
        <p:nvPr/>
      </p:nvGrpSpPr>
      <p:grpSpPr>
        <a:xfrm>
          <a:off x="0" y="0"/>
          <a:ext cx="0" cy="0"/>
          <a:chOff x="0" y="0"/>
          <a:chExt cx="0" cy="0"/>
        </a:xfrm>
      </p:grpSpPr>
      <p:pic>
        <p:nvPicPr>
          <p:cNvPr id="107" name="Google Shape;107;p20"/>
          <p:cNvPicPr preferRelativeResize="0"/>
          <p:nvPr/>
        </p:nvPicPr>
        <p:blipFill>
          <a:blip r:embed="rId2">
            <a:alphaModFix/>
          </a:blip>
          <a:stretch>
            <a:fillRect/>
          </a:stretch>
        </p:blipFill>
        <p:spPr>
          <a:xfrm>
            <a:off x="5074" y="0"/>
            <a:ext cx="9133852" cy="5143500"/>
          </a:xfrm>
          <a:prstGeom prst="rect">
            <a:avLst/>
          </a:prstGeom>
          <a:noFill/>
          <a:ln>
            <a:noFill/>
          </a:ln>
        </p:spPr>
      </p:pic>
      <p:pic>
        <p:nvPicPr>
          <p:cNvPr id="108" name="Google Shape;108;p20"/>
          <p:cNvPicPr preferRelativeResize="0"/>
          <p:nvPr/>
        </p:nvPicPr>
        <p:blipFill>
          <a:blip r:embed="rId3">
            <a:alphaModFix/>
          </a:blip>
          <a:stretch>
            <a:fillRect/>
          </a:stretch>
        </p:blipFill>
        <p:spPr>
          <a:xfrm>
            <a:off x="377125" y="411050"/>
            <a:ext cx="2258524" cy="541450"/>
          </a:xfrm>
          <a:prstGeom prst="rect">
            <a:avLst/>
          </a:prstGeom>
          <a:noFill/>
          <a:ln>
            <a:noFill/>
          </a:ln>
        </p:spPr>
      </p:pic>
      <p:sp>
        <p:nvSpPr>
          <p:cNvPr id="109" name="Google Shape;109;p20"/>
          <p:cNvSpPr txBox="1"/>
          <p:nvPr/>
        </p:nvSpPr>
        <p:spPr>
          <a:xfrm>
            <a:off x="377125" y="3804200"/>
            <a:ext cx="5070600" cy="738900"/>
          </a:xfrm>
          <a:prstGeom prst="rect">
            <a:avLst/>
          </a:prstGeom>
          <a:noFill/>
          <a:ln>
            <a:noFill/>
          </a:ln>
        </p:spPr>
        <p:txBody>
          <a:bodyPr anchorCtr="0" anchor="t" bIns="91425" lIns="91425" spcFirstLastPara="1" rIns="91425" wrap="square" tIns="91425">
            <a:spAutoFit/>
          </a:bodyPr>
          <a:lstStyle/>
          <a:p>
            <a:pPr indent="-228600" lvl="0" marL="0" marR="0" rtl="0" algn="l">
              <a:lnSpc>
                <a:spcPct val="100000"/>
              </a:lnSpc>
              <a:spcBef>
                <a:spcPts val="0"/>
              </a:spcBef>
              <a:spcAft>
                <a:spcPts val="0"/>
              </a:spcAft>
              <a:buClr>
                <a:schemeClr val="dk1"/>
              </a:buClr>
              <a:buSzPts val="3600"/>
              <a:buFont typeface="Montserrat"/>
              <a:buNone/>
            </a:pPr>
            <a:r>
              <a:rPr b="1" lang="it" sz="3600">
                <a:solidFill>
                  <a:schemeClr val="dk1"/>
                </a:solidFill>
                <a:highlight>
                  <a:srgbClr val="C1EEFD"/>
                </a:highlight>
                <a:latin typeface="Montserrat"/>
                <a:ea typeface="Montserrat"/>
                <a:cs typeface="Montserrat"/>
                <a:sym typeface="Montserrat"/>
              </a:rPr>
              <a:t>AI Monitoring  (OSS)</a:t>
            </a:r>
            <a:endParaRPr b="1" sz="3600">
              <a:solidFill>
                <a:schemeClr val="dk1"/>
              </a:solidFill>
              <a:highlight>
                <a:srgbClr val="C1EEFD"/>
              </a:highlight>
              <a:latin typeface="Montserrat"/>
              <a:ea typeface="Montserrat"/>
              <a:cs typeface="Montserrat"/>
              <a:sym typeface="Montserra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I Monitoring 1">
  <p:cSld name="CUSTOM_3">
    <p:spTree>
      <p:nvGrpSpPr>
        <p:cNvPr id="110" name="Shape 110"/>
        <p:cNvGrpSpPr/>
        <p:nvPr/>
      </p:nvGrpSpPr>
      <p:grpSpPr>
        <a:xfrm>
          <a:off x="0" y="0"/>
          <a:ext cx="0" cy="0"/>
          <a:chOff x="0" y="0"/>
          <a:chExt cx="0" cy="0"/>
        </a:xfrm>
      </p:grpSpPr>
      <p:sp>
        <p:nvSpPr>
          <p:cNvPr id="111" name="Google Shape;111;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pic>
        <p:nvPicPr>
          <p:cNvPr id="112" name="Google Shape;112;p21" title="Logotipo_Colore_Trasparente.png"/>
          <p:cNvPicPr preferRelativeResize="0"/>
          <p:nvPr/>
        </p:nvPicPr>
        <p:blipFill>
          <a:blip r:embed="rId2">
            <a:alphaModFix/>
          </a:blip>
          <a:stretch>
            <a:fillRect/>
          </a:stretch>
        </p:blipFill>
        <p:spPr>
          <a:xfrm>
            <a:off x="428849" y="4642300"/>
            <a:ext cx="1174649" cy="286150"/>
          </a:xfrm>
          <a:prstGeom prst="rect">
            <a:avLst/>
          </a:prstGeom>
          <a:noFill/>
          <a:ln>
            <a:noFill/>
          </a:ln>
        </p:spPr>
      </p:pic>
      <p:pic>
        <p:nvPicPr>
          <p:cNvPr id="113" name="Google Shape;113;p21" title="6.png"/>
          <p:cNvPicPr preferRelativeResize="0"/>
          <p:nvPr/>
        </p:nvPicPr>
        <p:blipFill>
          <a:blip r:embed="rId3">
            <a:alphaModFix/>
          </a:blip>
          <a:stretch>
            <a:fillRect/>
          </a:stretch>
        </p:blipFill>
        <p:spPr>
          <a:xfrm rot="10800000">
            <a:off x="5076004" y="1"/>
            <a:ext cx="4068000" cy="2276624"/>
          </a:xfrm>
          <a:prstGeom prst="rect">
            <a:avLst/>
          </a:prstGeom>
          <a:noFill/>
          <a:ln>
            <a:noFill/>
          </a:ln>
        </p:spPr>
      </p:pic>
      <p:sp>
        <p:nvSpPr>
          <p:cNvPr id="114" name="Google Shape;114;p21"/>
          <p:cNvSpPr txBox="1"/>
          <p:nvPr>
            <p:ph type="title"/>
          </p:nvPr>
        </p:nvSpPr>
        <p:spPr>
          <a:xfrm>
            <a:off x="428400" y="396000"/>
            <a:ext cx="7181100" cy="783300"/>
          </a:xfrm>
          <a:prstGeom prst="rect">
            <a:avLst/>
          </a:prstGeom>
        </p:spPr>
        <p:txBody>
          <a:bodyPr anchorCtr="0" anchor="t" bIns="91425" lIns="91425" spcFirstLastPara="1" rIns="91425" wrap="square" tIns="91425">
            <a:normAutofit/>
          </a:bodyPr>
          <a:lstStyle>
            <a:lvl1pPr lvl="0">
              <a:spcBef>
                <a:spcPts val="0"/>
              </a:spcBef>
              <a:spcAft>
                <a:spcPts val="0"/>
              </a:spcAft>
              <a:buSzPts val="2000"/>
              <a:buFont typeface="Montserrat"/>
              <a:buNone/>
              <a:defRPr b="1" sz="2000">
                <a:highlight>
                  <a:srgbClr val="C1EEFD"/>
                </a:highlight>
                <a:latin typeface="Montserrat"/>
                <a:ea typeface="Montserrat"/>
                <a:cs typeface="Montserrat"/>
                <a:sym typeface="Montserra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5" name="Google Shape;115;p21"/>
          <p:cNvSpPr txBox="1"/>
          <p:nvPr>
            <p:ph idx="1" type="subTitle"/>
          </p:nvPr>
        </p:nvSpPr>
        <p:spPr>
          <a:xfrm>
            <a:off x="428400" y="972000"/>
            <a:ext cx="6901800" cy="5703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116" name="Google Shape;116;p21"/>
          <p:cNvSpPr txBox="1"/>
          <p:nvPr>
            <p:ph idx="2" type="body"/>
          </p:nvPr>
        </p:nvSpPr>
        <p:spPr>
          <a:xfrm>
            <a:off x="428400" y="1656000"/>
            <a:ext cx="5704800" cy="1956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1pPr>
            <a:lvl2pPr indent="-304800" lvl="1" marL="914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2pPr>
            <a:lvl3pPr indent="-304800" lvl="2" marL="1371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3pPr>
            <a:lvl4pPr indent="-304800" lvl="3" marL="1828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4pPr>
            <a:lvl5pPr indent="-304800" lvl="4" marL="22860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5pPr>
            <a:lvl6pPr indent="-304800" lvl="5" marL="2743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6pPr>
            <a:lvl7pPr indent="-304800" lvl="6" marL="3200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7pPr>
            <a:lvl8pPr indent="-304800" lvl="7" marL="3657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8pPr>
            <a:lvl9pPr indent="-304800" lvl="8" marL="4114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I Monitoring 2">
  <p:cSld name="CUSTOM_3_1_1_1">
    <p:spTree>
      <p:nvGrpSpPr>
        <p:cNvPr id="117" name="Shape 117"/>
        <p:cNvGrpSpPr/>
        <p:nvPr/>
      </p:nvGrpSpPr>
      <p:grpSpPr>
        <a:xfrm>
          <a:off x="0" y="0"/>
          <a:ext cx="0" cy="0"/>
          <a:chOff x="0" y="0"/>
          <a:chExt cx="0" cy="0"/>
        </a:xfrm>
      </p:grpSpPr>
      <p:sp>
        <p:nvSpPr>
          <p:cNvPr id="118" name="Google Shape;11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
        <p:nvSpPr>
          <p:cNvPr id="119" name="Google Shape;119;p22"/>
          <p:cNvSpPr txBox="1"/>
          <p:nvPr>
            <p:ph idx="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pic>
        <p:nvPicPr>
          <p:cNvPr id="120" name="Google Shape;120;p22" title="Logotipo_Colore_Trasparente.png"/>
          <p:cNvPicPr preferRelativeResize="0"/>
          <p:nvPr/>
        </p:nvPicPr>
        <p:blipFill>
          <a:blip r:embed="rId2">
            <a:alphaModFix/>
          </a:blip>
          <a:stretch>
            <a:fillRect/>
          </a:stretch>
        </p:blipFill>
        <p:spPr>
          <a:xfrm>
            <a:off x="428849" y="4642300"/>
            <a:ext cx="1174649" cy="286150"/>
          </a:xfrm>
          <a:prstGeom prst="rect">
            <a:avLst/>
          </a:prstGeom>
          <a:noFill/>
          <a:ln>
            <a:noFill/>
          </a:ln>
        </p:spPr>
      </p:pic>
      <p:sp>
        <p:nvSpPr>
          <p:cNvPr id="121" name="Google Shape;121;p22"/>
          <p:cNvSpPr txBox="1"/>
          <p:nvPr>
            <p:ph type="title"/>
          </p:nvPr>
        </p:nvSpPr>
        <p:spPr>
          <a:xfrm>
            <a:off x="428400" y="396000"/>
            <a:ext cx="6864300" cy="559200"/>
          </a:xfrm>
          <a:prstGeom prst="rect">
            <a:avLst/>
          </a:prstGeom>
        </p:spPr>
        <p:txBody>
          <a:bodyPr anchorCtr="0" anchor="t" bIns="91425" lIns="91425" spcFirstLastPara="1" rIns="91425" wrap="square" tIns="91425">
            <a:normAutofit/>
          </a:bodyPr>
          <a:lstStyle>
            <a:lvl1pPr lvl="0">
              <a:spcBef>
                <a:spcPts val="0"/>
              </a:spcBef>
              <a:spcAft>
                <a:spcPts val="0"/>
              </a:spcAft>
              <a:buSzPts val="2000"/>
              <a:buFont typeface="Montserrat"/>
              <a:buNone/>
              <a:defRPr b="1" sz="2000">
                <a:highlight>
                  <a:srgbClr val="C1EEFD"/>
                </a:highlight>
                <a:latin typeface="Montserrat"/>
                <a:ea typeface="Montserrat"/>
                <a:cs typeface="Montserrat"/>
                <a:sym typeface="Montserra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2" name="Google Shape;122;p22"/>
          <p:cNvSpPr txBox="1"/>
          <p:nvPr>
            <p:ph idx="1" type="subTitle"/>
          </p:nvPr>
        </p:nvSpPr>
        <p:spPr>
          <a:xfrm>
            <a:off x="428400" y="972000"/>
            <a:ext cx="6419100" cy="393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1600"/>
              <a:buFont typeface="Montserrat"/>
              <a:buNone/>
              <a:defRPr sz="1600">
                <a:solidFill>
                  <a:schemeClr val="dk1"/>
                </a:solidFill>
                <a:latin typeface="Montserrat"/>
                <a:ea typeface="Montserrat"/>
                <a:cs typeface="Montserrat"/>
                <a:sym typeface="Montserrat"/>
              </a:defRPr>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sp>
        <p:nvSpPr>
          <p:cNvPr id="123" name="Google Shape;123;p22"/>
          <p:cNvSpPr txBox="1"/>
          <p:nvPr>
            <p:ph idx="3" type="body"/>
          </p:nvPr>
        </p:nvSpPr>
        <p:spPr>
          <a:xfrm>
            <a:off x="428400" y="1656000"/>
            <a:ext cx="6543300" cy="2332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1pPr>
            <a:lvl2pPr indent="-304800" lvl="1" marL="914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2pPr>
            <a:lvl3pPr indent="-304800" lvl="2" marL="1371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3pPr>
            <a:lvl4pPr indent="-304800" lvl="3" marL="1828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4pPr>
            <a:lvl5pPr indent="-304800" lvl="4" marL="22860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5pPr>
            <a:lvl6pPr indent="-304800" lvl="5" marL="2743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6pPr>
            <a:lvl7pPr indent="-304800" lvl="6" marL="3200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7pPr>
            <a:lvl8pPr indent="-304800" lvl="7" marL="3657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8pPr>
            <a:lvl9pPr indent="-304800" lvl="8" marL="4114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9pPr>
          </a:lstStyle>
          <a:p/>
        </p:txBody>
      </p:sp>
      <p:pic>
        <p:nvPicPr>
          <p:cNvPr id="124" name="Google Shape;124;p22" title="4.png"/>
          <p:cNvPicPr preferRelativeResize="0"/>
          <p:nvPr/>
        </p:nvPicPr>
        <p:blipFill>
          <a:blip r:embed="rId3">
            <a:alphaModFix/>
          </a:blip>
          <a:stretch>
            <a:fillRect/>
          </a:stretch>
        </p:blipFill>
        <p:spPr>
          <a:xfrm rot="-5400000">
            <a:off x="5114863" y="1128164"/>
            <a:ext cx="5157298" cy="290097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I Monitoring 3">
  <p:cSld name="CUSTOM_3_1_1_1_1_1">
    <p:spTree>
      <p:nvGrpSpPr>
        <p:cNvPr id="125" name="Shape 125"/>
        <p:cNvGrpSpPr/>
        <p:nvPr/>
      </p:nvGrpSpPr>
      <p:grpSpPr>
        <a:xfrm>
          <a:off x="0" y="0"/>
          <a:ext cx="0" cy="0"/>
          <a:chOff x="0" y="0"/>
          <a:chExt cx="0" cy="0"/>
        </a:xfrm>
      </p:grpSpPr>
      <p:pic>
        <p:nvPicPr>
          <p:cNvPr id="126" name="Google Shape;126;p23" title="5.png"/>
          <p:cNvPicPr preferRelativeResize="0"/>
          <p:nvPr/>
        </p:nvPicPr>
        <p:blipFill rotWithShape="1">
          <a:blip r:embed="rId2">
            <a:alphaModFix/>
          </a:blip>
          <a:srcRect b="0" l="0" r="33854" t="49316"/>
          <a:stretch/>
        </p:blipFill>
        <p:spPr>
          <a:xfrm flipH="1">
            <a:off x="3095626" y="2536550"/>
            <a:ext cx="6048374" cy="2606950"/>
          </a:xfrm>
          <a:prstGeom prst="rect">
            <a:avLst/>
          </a:prstGeom>
          <a:noFill/>
          <a:ln>
            <a:noFill/>
          </a:ln>
        </p:spPr>
      </p:pic>
      <p:sp>
        <p:nvSpPr>
          <p:cNvPr id="127" name="Google Shape;127;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pic>
        <p:nvPicPr>
          <p:cNvPr id="128" name="Google Shape;128;p23" title="Logotipo_Colore_Trasparente.png"/>
          <p:cNvPicPr preferRelativeResize="0"/>
          <p:nvPr/>
        </p:nvPicPr>
        <p:blipFill>
          <a:blip r:embed="rId3">
            <a:alphaModFix/>
          </a:blip>
          <a:stretch>
            <a:fillRect/>
          </a:stretch>
        </p:blipFill>
        <p:spPr>
          <a:xfrm>
            <a:off x="428849" y="4642300"/>
            <a:ext cx="1174649" cy="286150"/>
          </a:xfrm>
          <a:prstGeom prst="rect">
            <a:avLst/>
          </a:prstGeom>
          <a:noFill/>
          <a:ln>
            <a:noFill/>
          </a:ln>
        </p:spPr>
      </p:pic>
      <p:sp>
        <p:nvSpPr>
          <p:cNvPr id="129" name="Google Shape;129;p23"/>
          <p:cNvSpPr txBox="1"/>
          <p:nvPr>
            <p:ph type="title"/>
          </p:nvPr>
        </p:nvSpPr>
        <p:spPr>
          <a:xfrm>
            <a:off x="428400" y="396000"/>
            <a:ext cx="7046700" cy="548700"/>
          </a:xfrm>
          <a:prstGeom prst="rect">
            <a:avLst/>
          </a:prstGeom>
        </p:spPr>
        <p:txBody>
          <a:bodyPr anchorCtr="0" anchor="t" bIns="91425" lIns="91425" spcFirstLastPara="1" rIns="91425" wrap="square" tIns="91425">
            <a:normAutofit/>
          </a:bodyPr>
          <a:lstStyle>
            <a:lvl1pPr lvl="0">
              <a:spcBef>
                <a:spcPts val="0"/>
              </a:spcBef>
              <a:spcAft>
                <a:spcPts val="0"/>
              </a:spcAft>
              <a:buSzPts val="2000"/>
              <a:buFont typeface="Montserrat"/>
              <a:buNone/>
              <a:defRPr b="1" sz="2000">
                <a:highlight>
                  <a:srgbClr val="C1EEFD"/>
                </a:highlight>
                <a:latin typeface="Montserrat"/>
                <a:ea typeface="Montserrat"/>
                <a:cs typeface="Montserrat"/>
                <a:sym typeface="Montserra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0" name="Google Shape;130;p23"/>
          <p:cNvSpPr txBox="1"/>
          <p:nvPr>
            <p:ph idx="1" type="subTitle"/>
          </p:nvPr>
        </p:nvSpPr>
        <p:spPr>
          <a:xfrm>
            <a:off x="428400" y="972000"/>
            <a:ext cx="6553500" cy="548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1800"/>
              <a:buFont typeface="Montserrat"/>
              <a:buNone/>
              <a:defRPr>
                <a:solidFill>
                  <a:schemeClr val="dk1"/>
                </a:solidFill>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p23"/>
          <p:cNvSpPr txBox="1"/>
          <p:nvPr>
            <p:ph idx="2" type="body"/>
          </p:nvPr>
        </p:nvSpPr>
        <p:spPr>
          <a:xfrm>
            <a:off x="428400" y="1656000"/>
            <a:ext cx="6098100" cy="2515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1pPr>
            <a:lvl2pPr indent="-304800" lvl="1" marL="914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2pPr>
            <a:lvl3pPr indent="-304800" lvl="2" marL="1371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3pPr>
            <a:lvl4pPr indent="-304800" lvl="3" marL="1828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4pPr>
            <a:lvl5pPr indent="-304800" lvl="4" marL="22860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5pPr>
            <a:lvl6pPr indent="-304800" lvl="5" marL="2743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6pPr>
            <a:lvl7pPr indent="-304800" lvl="6" marL="3200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7pPr>
            <a:lvl8pPr indent="-304800" lvl="7" marL="3657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8pPr>
            <a:lvl9pPr indent="-304800" lvl="8" marL="4114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I Monitoring 4">
  <p:cSld name="CUSTOM_3_1_1_1_1_1_1">
    <p:spTree>
      <p:nvGrpSpPr>
        <p:cNvPr id="132" name="Shape 132"/>
        <p:cNvGrpSpPr/>
        <p:nvPr/>
      </p:nvGrpSpPr>
      <p:grpSpPr>
        <a:xfrm>
          <a:off x="0" y="0"/>
          <a:ext cx="0" cy="0"/>
          <a:chOff x="0" y="0"/>
          <a:chExt cx="0" cy="0"/>
        </a:xfrm>
      </p:grpSpPr>
      <p:sp>
        <p:nvSpPr>
          <p:cNvPr id="133" name="Google Shape;133;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pic>
        <p:nvPicPr>
          <p:cNvPr id="134" name="Google Shape;134;p24" title="Logotipo_Colore_Trasparente.png"/>
          <p:cNvPicPr preferRelativeResize="0"/>
          <p:nvPr/>
        </p:nvPicPr>
        <p:blipFill>
          <a:blip r:embed="rId2">
            <a:alphaModFix/>
          </a:blip>
          <a:stretch>
            <a:fillRect/>
          </a:stretch>
        </p:blipFill>
        <p:spPr>
          <a:xfrm>
            <a:off x="428849" y="4642300"/>
            <a:ext cx="1174649" cy="286150"/>
          </a:xfrm>
          <a:prstGeom prst="rect">
            <a:avLst/>
          </a:prstGeom>
          <a:noFill/>
          <a:ln>
            <a:noFill/>
          </a:ln>
        </p:spPr>
      </p:pic>
      <p:sp>
        <p:nvSpPr>
          <p:cNvPr id="135" name="Google Shape;135;p24"/>
          <p:cNvSpPr txBox="1"/>
          <p:nvPr>
            <p:ph type="title"/>
          </p:nvPr>
        </p:nvSpPr>
        <p:spPr>
          <a:xfrm>
            <a:off x="428400" y="396000"/>
            <a:ext cx="7046700" cy="548700"/>
          </a:xfrm>
          <a:prstGeom prst="rect">
            <a:avLst/>
          </a:prstGeom>
        </p:spPr>
        <p:txBody>
          <a:bodyPr anchorCtr="0" anchor="t" bIns="91425" lIns="91425" spcFirstLastPara="1" rIns="91425" wrap="square" tIns="91425">
            <a:normAutofit/>
          </a:bodyPr>
          <a:lstStyle>
            <a:lvl1pPr lvl="0">
              <a:spcBef>
                <a:spcPts val="0"/>
              </a:spcBef>
              <a:spcAft>
                <a:spcPts val="0"/>
              </a:spcAft>
              <a:buSzPts val="2000"/>
              <a:buFont typeface="Montserrat"/>
              <a:buNone/>
              <a:defRPr b="1" sz="2000">
                <a:highlight>
                  <a:srgbClr val="C1EEFD"/>
                </a:highlight>
                <a:latin typeface="Montserrat"/>
                <a:ea typeface="Montserrat"/>
                <a:cs typeface="Montserrat"/>
                <a:sym typeface="Montserra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6" name="Google Shape;136;p24"/>
          <p:cNvSpPr txBox="1"/>
          <p:nvPr>
            <p:ph idx="1" type="subTitle"/>
          </p:nvPr>
        </p:nvSpPr>
        <p:spPr>
          <a:xfrm>
            <a:off x="428400" y="972000"/>
            <a:ext cx="6553500" cy="548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1800"/>
              <a:buFont typeface="Montserrat"/>
              <a:buNone/>
              <a:defRPr>
                <a:solidFill>
                  <a:schemeClr val="dk1"/>
                </a:solidFill>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 name="Google Shape;137;p24"/>
          <p:cNvSpPr txBox="1"/>
          <p:nvPr>
            <p:ph idx="2" type="body"/>
          </p:nvPr>
        </p:nvSpPr>
        <p:spPr>
          <a:xfrm>
            <a:off x="428400" y="1656000"/>
            <a:ext cx="6098100" cy="2515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1pPr>
            <a:lvl2pPr indent="-304800" lvl="1" marL="914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2pPr>
            <a:lvl3pPr indent="-304800" lvl="2" marL="1371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3pPr>
            <a:lvl4pPr indent="-304800" lvl="3" marL="1828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4pPr>
            <a:lvl5pPr indent="-304800" lvl="4" marL="22860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5pPr>
            <a:lvl6pPr indent="-304800" lvl="5" marL="2743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6pPr>
            <a:lvl7pPr indent="-304800" lvl="6" marL="3200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7pPr>
            <a:lvl8pPr indent="-304800" lvl="7" marL="3657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8pPr>
            <a:lvl9pPr indent="-304800" lvl="8" marL="4114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al Time Machine Learning">
  <p:cSld name="TITLE_1">
    <p:spTree>
      <p:nvGrpSpPr>
        <p:cNvPr id="138" name="Shape 138"/>
        <p:cNvGrpSpPr/>
        <p:nvPr/>
      </p:nvGrpSpPr>
      <p:grpSpPr>
        <a:xfrm>
          <a:off x="0" y="0"/>
          <a:ext cx="0" cy="0"/>
          <a:chOff x="0" y="0"/>
          <a:chExt cx="0" cy="0"/>
        </a:xfrm>
      </p:grpSpPr>
      <p:pic>
        <p:nvPicPr>
          <p:cNvPr id="139" name="Google Shape;139;p25"/>
          <p:cNvPicPr preferRelativeResize="0"/>
          <p:nvPr/>
        </p:nvPicPr>
        <p:blipFill>
          <a:blip r:embed="rId2">
            <a:alphaModFix/>
          </a:blip>
          <a:stretch>
            <a:fillRect/>
          </a:stretch>
        </p:blipFill>
        <p:spPr>
          <a:xfrm>
            <a:off x="5074" y="0"/>
            <a:ext cx="9133852" cy="5143500"/>
          </a:xfrm>
          <a:prstGeom prst="rect">
            <a:avLst/>
          </a:prstGeom>
          <a:noFill/>
          <a:ln>
            <a:noFill/>
          </a:ln>
        </p:spPr>
      </p:pic>
      <p:pic>
        <p:nvPicPr>
          <p:cNvPr id="140" name="Google Shape;140;p25"/>
          <p:cNvPicPr preferRelativeResize="0"/>
          <p:nvPr/>
        </p:nvPicPr>
        <p:blipFill>
          <a:blip r:embed="rId3">
            <a:alphaModFix/>
          </a:blip>
          <a:stretch>
            <a:fillRect/>
          </a:stretch>
        </p:blipFill>
        <p:spPr>
          <a:xfrm>
            <a:off x="377125" y="411050"/>
            <a:ext cx="2258524" cy="541450"/>
          </a:xfrm>
          <a:prstGeom prst="rect">
            <a:avLst/>
          </a:prstGeom>
          <a:noFill/>
          <a:ln>
            <a:noFill/>
          </a:ln>
        </p:spPr>
      </p:pic>
      <p:sp>
        <p:nvSpPr>
          <p:cNvPr id="141" name="Google Shape;141;p25"/>
          <p:cNvSpPr txBox="1"/>
          <p:nvPr/>
        </p:nvSpPr>
        <p:spPr>
          <a:xfrm>
            <a:off x="377132" y="3384000"/>
            <a:ext cx="5968200" cy="1293000"/>
          </a:xfrm>
          <a:prstGeom prst="rect">
            <a:avLst/>
          </a:prstGeom>
          <a:noFill/>
          <a:ln>
            <a:noFill/>
          </a:ln>
        </p:spPr>
        <p:txBody>
          <a:bodyPr anchorCtr="0" anchor="t" bIns="91425" lIns="91425" spcFirstLastPara="1" rIns="91425" wrap="square" tIns="91425">
            <a:spAutoFit/>
          </a:bodyPr>
          <a:lstStyle/>
          <a:p>
            <a:pPr indent="-228600" lvl="0" marL="0" marR="0" rtl="0" algn="l">
              <a:lnSpc>
                <a:spcPct val="100000"/>
              </a:lnSpc>
              <a:spcBef>
                <a:spcPts val="0"/>
              </a:spcBef>
              <a:spcAft>
                <a:spcPts val="0"/>
              </a:spcAft>
              <a:buClr>
                <a:schemeClr val="dk1"/>
              </a:buClr>
              <a:buSzPts val="3600"/>
              <a:buFont typeface="Montserrat"/>
              <a:buNone/>
            </a:pPr>
            <a:r>
              <a:rPr b="1" lang="it" sz="3600">
                <a:solidFill>
                  <a:schemeClr val="dk1"/>
                </a:solidFill>
                <a:highlight>
                  <a:srgbClr val="0084DD"/>
                </a:highlight>
                <a:latin typeface="Montserrat"/>
                <a:ea typeface="Montserrat"/>
                <a:cs typeface="Montserrat"/>
                <a:sym typeface="Montserrat"/>
              </a:rPr>
              <a:t>Real Time Machine Learning</a:t>
            </a:r>
            <a:endParaRPr b="1" sz="3600">
              <a:solidFill>
                <a:schemeClr val="dk1"/>
              </a:solidFill>
              <a:highlight>
                <a:srgbClr val="0084DD"/>
              </a:highlight>
              <a:latin typeface="Montserrat"/>
              <a:ea typeface="Montserrat"/>
              <a:cs typeface="Montserrat"/>
              <a:sym typeface="Montserrat"/>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al Time Machine Learning 1">
  <p:cSld name="CUSTOM">
    <p:spTree>
      <p:nvGrpSpPr>
        <p:cNvPr id="142" name="Shape 142"/>
        <p:cNvGrpSpPr/>
        <p:nvPr/>
      </p:nvGrpSpPr>
      <p:grpSpPr>
        <a:xfrm>
          <a:off x="0" y="0"/>
          <a:ext cx="0" cy="0"/>
          <a:chOff x="0" y="0"/>
          <a:chExt cx="0" cy="0"/>
        </a:xfrm>
      </p:grpSpPr>
      <p:sp>
        <p:nvSpPr>
          <p:cNvPr id="143" name="Google Shape;143;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pic>
        <p:nvPicPr>
          <p:cNvPr id="144" name="Google Shape;144;p26" title="Logotipo_Colore_Trasparente.png"/>
          <p:cNvPicPr preferRelativeResize="0"/>
          <p:nvPr/>
        </p:nvPicPr>
        <p:blipFill>
          <a:blip r:embed="rId2">
            <a:alphaModFix/>
          </a:blip>
          <a:stretch>
            <a:fillRect/>
          </a:stretch>
        </p:blipFill>
        <p:spPr>
          <a:xfrm>
            <a:off x="428849" y="4642300"/>
            <a:ext cx="1174649" cy="286150"/>
          </a:xfrm>
          <a:prstGeom prst="rect">
            <a:avLst/>
          </a:prstGeom>
          <a:noFill/>
          <a:ln>
            <a:noFill/>
          </a:ln>
        </p:spPr>
      </p:pic>
      <p:pic>
        <p:nvPicPr>
          <p:cNvPr id="145" name="Google Shape;145;p26" title="3.png"/>
          <p:cNvPicPr preferRelativeResize="0"/>
          <p:nvPr/>
        </p:nvPicPr>
        <p:blipFill>
          <a:blip r:embed="rId3">
            <a:alphaModFix/>
          </a:blip>
          <a:stretch>
            <a:fillRect/>
          </a:stretch>
        </p:blipFill>
        <p:spPr>
          <a:xfrm rot="10800000">
            <a:off x="5076007" y="-12"/>
            <a:ext cx="4068000" cy="2275201"/>
          </a:xfrm>
          <a:prstGeom prst="rect">
            <a:avLst/>
          </a:prstGeom>
          <a:noFill/>
          <a:ln>
            <a:noFill/>
          </a:ln>
        </p:spPr>
      </p:pic>
      <p:sp>
        <p:nvSpPr>
          <p:cNvPr id="146" name="Google Shape;146;p26"/>
          <p:cNvSpPr txBox="1"/>
          <p:nvPr>
            <p:ph type="title"/>
          </p:nvPr>
        </p:nvSpPr>
        <p:spPr>
          <a:xfrm>
            <a:off x="428400" y="396000"/>
            <a:ext cx="6912000" cy="579900"/>
          </a:xfrm>
          <a:prstGeom prst="rect">
            <a:avLst/>
          </a:prstGeom>
        </p:spPr>
        <p:txBody>
          <a:bodyPr anchorCtr="0" anchor="t" bIns="91425" lIns="91425" spcFirstLastPara="1" rIns="91425" wrap="square" tIns="91425">
            <a:normAutofit/>
          </a:bodyPr>
          <a:lstStyle>
            <a:lvl1pPr lvl="0">
              <a:spcBef>
                <a:spcPts val="0"/>
              </a:spcBef>
              <a:spcAft>
                <a:spcPts val="0"/>
              </a:spcAft>
              <a:buSzPts val="2000"/>
              <a:buFont typeface="Montserrat"/>
              <a:buNone/>
              <a:defRPr b="1" sz="2000">
                <a:highlight>
                  <a:srgbClr val="0084DD"/>
                </a:highlight>
                <a:latin typeface="Montserrat"/>
                <a:ea typeface="Montserrat"/>
                <a:cs typeface="Montserrat"/>
                <a:sym typeface="Montserra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7" name="Google Shape;147;p26"/>
          <p:cNvSpPr txBox="1"/>
          <p:nvPr>
            <p:ph idx="1" type="subTitle"/>
          </p:nvPr>
        </p:nvSpPr>
        <p:spPr>
          <a:xfrm>
            <a:off x="428400" y="972000"/>
            <a:ext cx="6377700" cy="4452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1800"/>
              <a:buFont typeface="Montserrat"/>
              <a:buNone/>
              <a:defRPr>
                <a:solidFill>
                  <a:schemeClr val="dk1"/>
                </a:solidFill>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8" name="Google Shape;148;p26"/>
          <p:cNvSpPr txBox="1"/>
          <p:nvPr>
            <p:ph idx="2" type="body"/>
          </p:nvPr>
        </p:nvSpPr>
        <p:spPr>
          <a:xfrm>
            <a:off x="428400" y="1656525"/>
            <a:ext cx="6470700" cy="29610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1pPr>
            <a:lvl2pPr indent="-304800" lvl="1" marL="914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2pPr>
            <a:lvl3pPr indent="-304800" lvl="2" marL="1371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3pPr>
            <a:lvl4pPr indent="-304800" lvl="3" marL="1828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4pPr>
            <a:lvl5pPr indent="-304800" lvl="4" marL="22860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5pPr>
            <a:lvl6pPr indent="-304800" lvl="5" marL="2743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6pPr>
            <a:lvl7pPr indent="-304800" lvl="6" marL="3200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7pPr>
            <a:lvl8pPr indent="-304800" lvl="7" marL="3657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8pPr>
            <a:lvl9pPr indent="-304800" lvl="8" marL="4114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al Time Machine Learning 2">
  <p:cSld name="CUSTOM_1_1">
    <p:spTree>
      <p:nvGrpSpPr>
        <p:cNvPr id="149" name="Shape 149"/>
        <p:cNvGrpSpPr/>
        <p:nvPr/>
      </p:nvGrpSpPr>
      <p:grpSpPr>
        <a:xfrm>
          <a:off x="0" y="0"/>
          <a:ext cx="0" cy="0"/>
          <a:chOff x="0" y="0"/>
          <a:chExt cx="0" cy="0"/>
        </a:xfrm>
      </p:grpSpPr>
      <p:sp>
        <p:nvSpPr>
          <p:cNvPr id="150" name="Google Shape;150;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
        <p:nvSpPr>
          <p:cNvPr id="151" name="Google Shape;151;p27"/>
          <p:cNvSpPr txBox="1"/>
          <p:nvPr>
            <p:ph idx="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pic>
        <p:nvPicPr>
          <p:cNvPr id="152" name="Google Shape;152;p27" title="Logotipo_Colore_Trasparente.png"/>
          <p:cNvPicPr preferRelativeResize="0"/>
          <p:nvPr/>
        </p:nvPicPr>
        <p:blipFill>
          <a:blip r:embed="rId2">
            <a:alphaModFix/>
          </a:blip>
          <a:stretch>
            <a:fillRect/>
          </a:stretch>
        </p:blipFill>
        <p:spPr>
          <a:xfrm>
            <a:off x="428849" y="4642300"/>
            <a:ext cx="1174649" cy="286150"/>
          </a:xfrm>
          <a:prstGeom prst="rect">
            <a:avLst/>
          </a:prstGeom>
          <a:noFill/>
          <a:ln>
            <a:noFill/>
          </a:ln>
        </p:spPr>
      </p:pic>
      <p:pic>
        <p:nvPicPr>
          <p:cNvPr id="153" name="Google Shape;153;p27" title="1.png"/>
          <p:cNvPicPr preferRelativeResize="0"/>
          <p:nvPr/>
        </p:nvPicPr>
        <p:blipFill>
          <a:blip r:embed="rId3">
            <a:alphaModFix/>
          </a:blip>
          <a:stretch>
            <a:fillRect/>
          </a:stretch>
        </p:blipFill>
        <p:spPr>
          <a:xfrm rot="-5400000">
            <a:off x="5107986" y="1130088"/>
            <a:ext cx="5166101" cy="2905926"/>
          </a:xfrm>
          <a:prstGeom prst="rect">
            <a:avLst/>
          </a:prstGeom>
          <a:noFill/>
          <a:ln>
            <a:noFill/>
          </a:ln>
        </p:spPr>
      </p:pic>
      <p:sp>
        <p:nvSpPr>
          <p:cNvPr id="154" name="Google Shape;154;p27"/>
          <p:cNvSpPr txBox="1"/>
          <p:nvPr>
            <p:ph type="title"/>
          </p:nvPr>
        </p:nvSpPr>
        <p:spPr>
          <a:xfrm>
            <a:off x="428400" y="396000"/>
            <a:ext cx="6974100" cy="569400"/>
          </a:xfrm>
          <a:prstGeom prst="rect">
            <a:avLst/>
          </a:prstGeom>
        </p:spPr>
        <p:txBody>
          <a:bodyPr anchorCtr="0" anchor="t" bIns="91425" lIns="91425" spcFirstLastPara="1" rIns="91425" wrap="square" tIns="91425">
            <a:normAutofit/>
          </a:bodyPr>
          <a:lstStyle>
            <a:lvl1pPr lvl="0">
              <a:spcBef>
                <a:spcPts val="0"/>
              </a:spcBef>
              <a:spcAft>
                <a:spcPts val="0"/>
              </a:spcAft>
              <a:buSzPts val="2000"/>
              <a:buFont typeface="Montserrat"/>
              <a:buNone/>
              <a:defRPr b="1" sz="2000">
                <a:highlight>
                  <a:srgbClr val="52B3F9"/>
                </a:highlight>
                <a:latin typeface="Montserrat"/>
                <a:ea typeface="Montserrat"/>
                <a:cs typeface="Montserrat"/>
                <a:sym typeface="Montserra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5" name="Google Shape;155;p27"/>
          <p:cNvSpPr txBox="1"/>
          <p:nvPr>
            <p:ph idx="1" type="subTitle"/>
          </p:nvPr>
        </p:nvSpPr>
        <p:spPr>
          <a:xfrm>
            <a:off x="428850" y="972000"/>
            <a:ext cx="6818400" cy="393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1800"/>
              <a:buFont typeface="Montserrat"/>
              <a:buNone/>
              <a:defRPr>
                <a:solidFill>
                  <a:schemeClr val="dk1"/>
                </a:solidFill>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6" name="Google Shape;156;p27"/>
          <p:cNvSpPr txBox="1"/>
          <p:nvPr>
            <p:ph idx="3" type="body"/>
          </p:nvPr>
        </p:nvSpPr>
        <p:spPr>
          <a:xfrm>
            <a:off x="428400" y="1656000"/>
            <a:ext cx="6677700" cy="2681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1pPr>
            <a:lvl2pPr indent="-304800" lvl="1" marL="914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2pPr>
            <a:lvl3pPr indent="-304800" lvl="2" marL="1371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3pPr>
            <a:lvl4pPr indent="-304800" lvl="3" marL="1828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4pPr>
            <a:lvl5pPr indent="-304800" lvl="4" marL="22860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5pPr>
            <a:lvl6pPr indent="-304800" lvl="5" marL="2743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6pPr>
            <a:lvl7pPr indent="-304800" lvl="6" marL="3200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7pPr>
            <a:lvl8pPr indent="-304800" lvl="7" marL="3657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8pPr>
            <a:lvl9pPr indent="-304800" lvl="8" marL="4114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al Time Machine Learning 3">
  <p:cSld name="CUSTOM_1_2">
    <p:spTree>
      <p:nvGrpSpPr>
        <p:cNvPr id="157" name="Shape 157"/>
        <p:cNvGrpSpPr/>
        <p:nvPr/>
      </p:nvGrpSpPr>
      <p:grpSpPr>
        <a:xfrm>
          <a:off x="0" y="0"/>
          <a:ext cx="0" cy="0"/>
          <a:chOff x="0" y="0"/>
          <a:chExt cx="0" cy="0"/>
        </a:xfrm>
      </p:grpSpPr>
      <p:pic>
        <p:nvPicPr>
          <p:cNvPr id="158" name="Google Shape;158;p28" title="Logotipo_Colore_Trasparente.png"/>
          <p:cNvPicPr preferRelativeResize="0"/>
          <p:nvPr/>
        </p:nvPicPr>
        <p:blipFill>
          <a:blip r:embed="rId2">
            <a:alphaModFix/>
          </a:blip>
          <a:stretch>
            <a:fillRect/>
          </a:stretch>
        </p:blipFill>
        <p:spPr>
          <a:xfrm>
            <a:off x="428849" y="4642300"/>
            <a:ext cx="1174649" cy="286150"/>
          </a:xfrm>
          <a:prstGeom prst="rect">
            <a:avLst/>
          </a:prstGeom>
          <a:noFill/>
          <a:ln>
            <a:noFill/>
          </a:ln>
        </p:spPr>
      </p:pic>
      <p:pic>
        <p:nvPicPr>
          <p:cNvPr id="159" name="Google Shape;159;p28" title="2.png"/>
          <p:cNvPicPr preferRelativeResize="0"/>
          <p:nvPr/>
        </p:nvPicPr>
        <p:blipFill>
          <a:blip r:embed="rId3">
            <a:alphaModFix/>
          </a:blip>
          <a:stretch>
            <a:fillRect/>
          </a:stretch>
        </p:blipFill>
        <p:spPr>
          <a:xfrm flipH="1">
            <a:off x="-2" y="-7"/>
            <a:ext cx="9144000" cy="5143508"/>
          </a:xfrm>
          <a:prstGeom prst="rect">
            <a:avLst/>
          </a:prstGeom>
          <a:noFill/>
          <a:ln>
            <a:noFill/>
          </a:ln>
        </p:spPr>
      </p:pic>
      <p:sp>
        <p:nvSpPr>
          <p:cNvPr id="160" name="Google Shape;160;p28"/>
          <p:cNvSpPr txBox="1"/>
          <p:nvPr>
            <p:ph type="title"/>
          </p:nvPr>
        </p:nvSpPr>
        <p:spPr>
          <a:xfrm>
            <a:off x="428400" y="396000"/>
            <a:ext cx="6781500" cy="652200"/>
          </a:xfrm>
          <a:prstGeom prst="rect">
            <a:avLst/>
          </a:prstGeom>
        </p:spPr>
        <p:txBody>
          <a:bodyPr anchorCtr="0" anchor="t" bIns="91425" lIns="91425" spcFirstLastPara="1" rIns="91425" wrap="square" tIns="91425">
            <a:normAutofit/>
          </a:bodyPr>
          <a:lstStyle>
            <a:lvl1pPr lvl="0">
              <a:spcBef>
                <a:spcPts val="0"/>
              </a:spcBef>
              <a:spcAft>
                <a:spcPts val="0"/>
              </a:spcAft>
              <a:buSzPts val="2000"/>
              <a:buFont typeface="Montserrat"/>
              <a:buNone/>
              <a:defRPr b="1" sz="2000">
                <a:highlight>
                  <a:srgbClr val="52B3F9"/>
                </a:highlight>
                <a:latin typeface="Montserrat"/>
                <a:ea typeface="Montserrat"/>
                <a:cs typeface="Montserrat"/>
                <a:sym typeface="Montserra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1" name="Google Shape;161;p28"/>
          <p:cNvSpPr txBox="1"/>
          <p:nvPr>
            <p:ph idx="1" type="subTitle"/>
          </p:nvPr>
        </p:nvSpPr>
        <p:spPr>
          <a:xfrm>
            <a:off x="428400" y="972000"/>
            <a:ext cx="6671400" cy="497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1800"/>
              <a:buFont typeface="Montserrat"/>
              <a:buNone/>
              <a:defRPr>
                <a:solidFill>
                  <a:schemeClr val="dk1"/>
                </a:solidFill>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2" name="Google Shape;162;p28"/>
          <p:cNvSpPr txBox="1"/>
          <p:nvPr>
            <p:ph idx="2" type="body"/>
          </p:nvPr>
        </p:nvSpPr>
        <p:spPr>
          <a:xfrm>
            <a:off x="428400" y="1656000"/>
            <a:ext cx="6160200" cy="2702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1pPr>
            <a:lvl2pPr indent="-304800" lvl="1" marL="914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2pPr>
            <a:lvl3pPr indent="-304800" lvl="2" marL="1371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3pPr>
            <a:lvl4pPr indent="-304800" lvl="3" marL="1828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4pPr>
            <a:lvl5pPr indent="-304800" lvl="4" marL="22860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5pPr>
            <a:lvl6pPr indent="-304800" lvl="5" marL="2743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6pPr>
            <a:lvl7pPr indent="-304800" lvl="6" marL="3200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7pPr>
            <a:lvl8pPr indent="-304800" lvl="7" marL="3657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8pPr>
            <a:lvl9pPr indent="-304800" lvl="8" marL="4114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al Time Machine Learning 4">
  <p:cSld name="CUSTOM_1_2_1">
    <p:spTree>
      <p:nvGrpSpPr>
        <p:cNvPr id="163" name="Shape 163"/>
        <p:cNvGrpSpPr/>
        <p:nvPr/>
      </p:nvGrpSpPr>
      <p:grpSpPr>
        <a:xfrm>
          <a:off x="0" y="0"/>
          <a:ext cx="0" cy="0"/>
          <a:chOff x="0" y="0"/>
          <a:chExt cx="0" cy="0"/>
        </a:xfrm>
      </p:grpSpPr>
      <p:pic>
        <p:nvPicPr>
          <p:cNvPr id="164" name="Google Shape;164;p29" title="Logotipo_Colore_Trasparente.png"/>
          <p:cNvPicPr preferRelativeResize="0"/>
          <p:nvPr/>
        </p:nvPicPr>
        <p:blipFill>
          <a:blip r:embed="rId2">
            <a:alphaModFix/>
          </a:blip>
          <a:stretch>
            <a:fillRect/>
          </a:stretch>
        </p:blipFill>
        <p:spPr>
          <a:xfrm>
            <a:off x="428849" y="4642300"/>
            <a:ext cx="1174649" cy="286150"/>
          </a:xfrm>
          <a:prstGeom prst="rect">
            <a:avLst/>
          </a:prstGeom>
          <a:noFill/>
          <a:ln>
            <a:noFill/>
          </a:ln>
        </p:spPr>
      </p:pic>
      <p:sp>
        <p:nvSpPr>
          <p:cNvPr id="165" name="Google Shape;165;p29"/>
          <p:cNvSpPr txBox="1"/>
          <p:nvPr>
            <p:ph type="title"/>
          </p:nvPr>
        </p:nvSpPr>
        <p:spPr>
          <a:xfrm>
            <a:off x="428400" y="396000"/>
            <a:ext cx="6781500" cy="652200"/>
          </a:xfrm>
          <a:prstGeom prst="rect">
            <a:avLst/>
          </a:prstGeom>
        </p:spPr>
        <p:txBody>
          <a:bodyPr anchorCtr="0" anchor="t" bIns="91425" lIns="91425" spcFirstLastPara="1" rIns="91425" wrap="square" tIns="91425">
            <a:normAutofit/>
          </a:bodyPr>
          <a:lstStyle>
            <a:lvl1pPr lvl="0">
              <a:spcBef>
                <a:spcPts val="0"/>
              </a:spcBef>
              <a:spcAft>
                <a:spcPts val="0"/>
              </a:spcAft>
              <a:buSzPts val="2000"/>
              <a:buFont typeface="Montserrat"/>
              <a:buNone/>
              <a:defRPr b="1" sz="2000">
                <a:highlight>
                  <a:srgbClr val="52B3F9"/>
                </a:highlight>
                <a:latin typeface="Montserrat"/>
                <a:ea typeface="Montserrat"/>
                <a:cs typeface="Montserrat"/>
                <a:sym typeface="Montserra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6" name="Google Shape;166;p29"/>
          <p:cNvSpPr txBox="1"/>
          <p:nvPr>
            <p:ph idx="1" type="subTitle"/>
          </p:nvPr>
        </p:nvSpPr>
        <p:spPr>
          <a:xfrm>
            <a:off x="428400" y="972000"/>
            <a:ext cx="6671400" cy="497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1800"/>
              <a:buFont typeface="Montserrat"/>
              <a:buNone/>
              <a:defRPr>
                <a:solidFill>
                  <a:schemeClr val="dk1"/>
                </a:solidFill>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29"/>
          <p:cNvSpPr txBox="1"/>
          <p:nvPr>
            <p:ph idx="2" type="body"/>
          </p:nvPr>
        </p:nvSpPr>
        <p:spPr>
          <a:xfrm>
            <a:off x="428400" y="1656000"/>
            <a:ext cx="6160200" cy="2702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1pPr>
            <a:lvl2pPr indent="-304800" lvl="1" marL="914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2pPr>
            <a:lvl3pPr indent="-304800" lvl="2" marL="1371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3pPr>
            <a:lvl4pPr indent="-304800" lvl="3" marL="1828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4pPr>
            <a:lvl5pPr indent="-304800" lvl="4" marL="22860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5pPr>
            <a:lvl6pPr indent="-304800" lvl="5" marL="2743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6pPr>
            <a:lvl7pPr indent="-304800" lvl="6" marL="3200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7pPr>
            <a:lvl8pPr indent="-304800" lvl="7" marL="3657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8pPr>
            <a:lvl9pPr indent="-304800" lvl="8" marL="4114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I Gateway">
  <p:cSld name="CUSTOM_1_3">
    <p:spTree>
      <p:nvGrpSpPr>
        <p:cNvPr id="168" name="Shape 168"/>
        <p:cNvGrpSpPr/>
        <p:nvPr/>
      </p:nvGrpSpPr>
      <p:grpSpPr>
        <a:xfrm>
          <a:off x="0" y="0"/>
          <a:ext cx="0" cy="0"/>
          <a:chOff x="0" y="0"/>
          <a:chExt cx="0" cy="0"/>
        </a:xfrm>
      </p:grpSpPr>
      <p:pic>
        <p:nvPicPr>
          <p:cNvPr id="169" name="Google Shape;169;p30"/>
          <p:cNvPicPr preferRelativeResize="0"/>
          <p:nvPr/>
        </p:nvPicPr>
        <p:blipFill>
          <a:blip r:embed="rId2">
            <a:alphaModFix/>
          </a:blip>
          <a:stretch>
            <a:fillRect/>
          </a:stretch>
        </p:blipFill>
        <p:spPr>
          <a:xfrm>
            <a:off x="5074" y="0"/>
            <a:ext cx="9133852" cy="5143500"/>
          </a:xfrm>
          <a:prstGeom prst="rect">
            <a:avLst/>
          </a:prstGeom>
          <a:noFill/>
          <a:ln>
            <a:noFill/>
          </a:ln>
        </p:spPr>
      </p:pic>
      <p:pic>
        <p:nvPicPr>
          <p:cNvPr id="170" name="Google Shape;170;p30"/>
          <p:cNvPicPr preferRelativeResize="0"/>
          <p:nvPr/>
        </p:nvPicPr>
        <p:blipFill>
          <a:blip r:embed="rId3">
            <a:alphaModFix/>
          </a:blip>
          <a:stretch>
            <a:fillRect/>
          </a:stretch>
        </p:blipFill>
        <p:spPr>
          <a:xfrm>
            <a:off x="377125" y="411050"/>
            <a:ext cx="2258524" cy="541450"/>
          </a:xfrm>
          <a:prstGeom prst="rect">
            <a:avLst/>
          </a:prstGeom>
          <a:noFill/>
          <a:ln>
            <a:noFill/>
          </a:ln>
        </p:spPr>
      </p:pic>
      <p:sp>
        <p:nvSpPr>
          <p:cNvPr id="171" name="Google Shape;171;p30"/>
          <p:cNvSpPr txBox="1"/>
          <p:nvPr/>
        </p:nvSpPr>
        <p:spPr>
          <a:xfrm>
            <a:off x="377125" y="3963453"/>
            <a:ext cx="5023200" cy="5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3600">
                <a:solidFill>
                  <a:schemeClr val="dk1"/>
                </a:solidFill>
                <a:highlight>
                  <a:schemeClr val="accent5"/>
                </a:highlight>
                <a:latin typeface="Montserrat"/>
                <a:ea typeface="Montserrat"/>
                <a:cs typeface="Montserrat"/>
                <a:sym typeface="Montserrat"/>
              </a:rPr>
              <a:t>AI Gateway</a:t>
            </a:r>
            <a:endParaRPr b="1" sz="3600">
              <a:solidFill>
                <a:schemeClr val="dk1"/>
              </a:solidFill>
              <a:highlight>
                <a:schemeClr val="accent5"/>
              </a:highlight>
              <a:latin typeface="Montserrat"/>
              <a:ea typeface="Montserrat"/>
              <a:cs typeface="Montserrat"/>
              <a:sym typeface="Montserrat"/>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I Gateway 1">
  <p:cSld name="CUSTOM_1_4">
    <p:spTree>
      <p:nvGrpSpPr>
        <p:cNvPr id="172" name="Shape 172"/>
        <p:cNvGrpSpPr/>
        <p:nvPr/>
      </p:nvGrpSpPr>
      <p:grpSpPr>
        <a:xfrm>
          <a:off x="0" y="0"/>
          <a:ext cx="0" cy="0"/>
          <a:chOff x="0" y="0"/>
          <a:chExt cx="0" cy="0"/>
        </a:xfrm>
      </p:grpSpPr>
      <p:sp>
        <p:nvSpPr>
          <p:cNvPr id="173" name="Google Shape;173;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pic>
        <p:nvPicPr>
          <p:cNvPr id="174" name="Google Shape;174;p31" title="12.png"/>
          <p:cNvPicPr preferRelativeResize="0"/>
          <p:nvPr/>
        </p:nvPicPr>
        <p:blipFill>
          <a:blip r:embed="rId2">
            <a:alphaModFix/>
          </a:blip>
          <a:stretch>
            <a:fillRect/>
          </a:stretch>
        </p:blipFill>
        <p:spPr>
          <a:xfrm rot="10800000">
            <a:off x="5076000" y="-1"/>
            <a:ext cx="4068000" cy="2275201"/>
          </a:xfrm>
          <a:prstGeom prst="rect">
            <a:avLst/>
          </a:prstGeom>
          <a:noFill/>
          <a:ln>
            <a:noFill/>
          </a:ln>
        </p:spPr>
      </p:pic>
      <p:pic>
        <p:nvPicPr>
          <p:cNvPr id="175" name="Google Shape;175;p31" title="Logotipo_Colore_Trasparente.png"/>
          <p:cNvPicPr preferRelativeResize="0"/>
          <p:nvPr/>
        </p:nvPicPr>
        <p:blipFill>
          <a:blip r:embed="rId3">
            <a:alphaModFix/>
          </a:blip>
          <a:stretch>
            <a:fillRect/>
          </a:stretch>
        </p:blipFill>
        <p:spPr>
          <a:xfrm>
            <a:off x="428849" y="4642300"/>
            <a:ext cx="1174649" cy="286150"/>
          </a:xfrm>
          <a:prstGeom prst="rect">
            <a:avLst/>
          </a:prstGeom>
          <a:noFill/>
          <a:ln>
            <a:noFill/>
          </a:ln>
        </p:spPr>
      </p:pic>
      <p:sp>
        <p:nvSpPr>
          <p:cNvPr id="176" name="Google Shape;176;p31"/>
          <p:cNvSpPr txBox="1"/>
          <p:nvPr>
            <p:ph type="title"/>
          </p:nvPr>
        </p:nvSpPr>
        <p:spPr>
          <a:xfrm>
            <a:off x="428400" y="396000"/>
            <a:ext cx="6594900" cy="590100"/>
          </a:xfrm>
          <a:prstGeom prst="rect">
            <a:avLst/>
          </a:prstGeom>
        </p:spPr>
        <p:txBody>
          <a:bodyPr anchorCtr="0" anchor="t" bIns="91425" lIns="91425" spcFirstLastPara="1" rIns="91425" wrap="square" tIns="91425">
            <a:normAutofit/>
          </a:bodyPr>
          <a:lstStyle>
            <a:lvl1pPr lvl="0">
              <a:spcBef>
                <a:spcPts val="0"/>
              </a:spcBef>
              <a:spcAft>
                <a:spcPts val="0"/>
              </a:spcAft>
              <a:buSzPts val="2000"/>
              <a:buFont typeface="Montserrat"/>
              <a:buNone/>
              <a:defRPr b="1" sz="2000">
                <a:highlight>
                  <a:schemeClr val="accent5"/>
                </a:highlight>
                <a:latin typeface="Montserrat"/>
                <a:ea typeface="Montserrat"/>
                <a:cs typeface="Montserrat"/>
                <a:sym typeface="Montserra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7" name="Google Shape;177;p31"/>
          <p:cNvSpPr txBox="1"/>
          <p:nvPr>
            <p:ph idx="1" type="subTitle"/>
          </p:nvPr>
        </p:nvSpPr>
        <p:spPr>
          <a:xfrm>
            <a:off x="428400" y="972000"/>
            <a:ext cx="6584700" cy="393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1800"/>
              <a:buFont typeface="Montserrat"/>
              <a:buNone/>
              <a:defRPr>
                <a:solidFill>
                  <a:schemeClr val="dk1"/>
                </a:solidFill>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8" name="Google Shape;178;p31"/>
          <p:cNvSpPr txBox="1"/>
          <p:nvPr>
            <p:ph idx="2" type="body"/>
          </p:nvPr>
        </p:nvSpPr>
        <p:spPr>
          <a:xfrm>
            <a:off x="428400" y="1656000"/>
            <a:ext cx="6543300" cy="2771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1pPr>
            <a:lvl2pPr indent="-304800" lvl="1" marL="914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2pPr>
            <a:lvl3pPr indent="-304800" lvl="2" marL="1371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3pPr>
            <a:lvl4pPr indent="-304800" lvl="3" marL="1828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4pPr>
            <a:lvl5pPr indent="-304800" lvl="4" marL="22860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5pPr>
            <a:lvl6pPr indent="-304800" lvl="5" marL="2743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6pPr>
            <a:lvl7pPr indent="-304800" lvl="6" marL="3200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7pPr>
            <a:lvl8pPr indent="-304800" lvl="7" marL="3657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8pPr>
            <a:lvl9pPr indent="-304800" lvl="8" marL="4114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I Gateway 2">
  <p:cSld name="CUSTOM_1_5">
    <p:spTree>
      <p:nvGrpSpPr>
        <p:cNvPr id="179" name="Shape 179"/>
        <p:cNvGrpSpPr/>
        <p:nvPr/>
      </p:nvGrpSpPr>
      <p:grpSpPr>
        <a:xfrm>
          <a:off x="0" y="0"/>
          <a:ext cx="0" cy="0"/>
          <a:chOff x="0" y="0"/>
          <a:chExt cx="0" cy="0"/>
        </a:xfrm>
      </p:grpSpPr>
      <p:sp>
        <p:nvSpPr>
          <p:cNvPr id="180" name="Google Shape;180;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
        <p:nvSpPr>
          <p:cNvPr id="181" name="Google Shape;181;p32"/>
          <p:cNvSpPr txBox="1"/>
          <p:nvPr>
            <p:ph idx="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pic>
        <p:nvPicPr>
          <p:cNvPr id="182" name="Google Shape;182;p32" title="Logotipo_Colore_Trasparente.png"/>
          <p:cNvPicPr preferRelativeResize="0"/>
          <p:nvPr/>
        </p:nvPicPr>
        <p:blipFill>
          <a:blip r:embed="rId2">
            <a:alphaModFix/>
          </a:blip>
          <a:stretch>
            <a:fillRect/>
          </a:stretch>
        </p:blipFill>
        <p:spPr>
          <a:xfrm>
            <a:off x="428849" y="4642300"/>
            <a:ext cx="1174649" cy="286150"/>
          </a:xfrm>
          <a:prstGeom prst="rect">
            <a:avLst/>
          </a:prstGeom>
          <a:noFill/>
          <a:ln>
            <a:noFill/>
          </a:ln>
        </p:spPr>
      </p:pic>
      <p:pic>
        <p:nvPicPr>
          <p:cNvPr id="183" name="Google Shape;183;p32" title="10.png"/>
          <p:cNvPicPr preferRelativeResize="0"/>
          <p:nvPr/>
        </p:nvPicPr>
        <p:blipFill>
          <a:blip r:embed="rId3">
            <a:alphaModFix/>
          </a:blip>
          <a:stretch>
            <a:fillRect/>
          </a:stretch>
        </p:blipFill>
        <p:spPr>
          <a:xfrm rot="-5400000">
            <a:off x="5125638" y="1125137"/>
            <a:ext cx="5143498" cy="2893225"/>
          </a:xfrm>
          <a:prstGeom prst="rect">
            <a:avLst/>
          </a:prstGeom>
          <a:noFill/>
          <a:ln>
            <a:noFill/>
          </a:ln>
        </p:spPr>
      </p:pic>
      <p:sp>
        <p:nvSpPr>
          <p:cNvPr id="184" name="Google Shape;184;p32"/>
          <p:cNvSpPr txBox="1"/>
          <p:nvPr>
            <p:ph type="title"/>
          </p:nvPr>
        </p:nvSpPr>
        <p:spPr>
          <a:xfrm>
            <a:off x="428400" y="396000"/>
            <a:ext cx="6974100" cy="393600"/>
          </a:xfrm>
          <a:prstGeom prst="rect">
            <a:avLst/>
          </a:prstGeom>
        </p:spPr>
        <p:txBody>
          <a:bodyPr anchorCtr="0" anchor="t" bIns="91425" lIns="91425" spcFirstLastPara="1" rIns="91425" wrap="square" tIns="91425">
            <a:normAutofit/>
          </a:bodyPr>
          <a:lstStyle>
            <a:lvl1pPr lvl="0">
              <a:spcBef>
                <a:spcPts val="0"/>
              </a:spcBef>
              <a:spcAft>
                <a:spcPts val="0"/>
              </a:spcAft>
              <a:buSzPts val="2000"/>
              <a:buFont typeface="Montserrat"/>
              <a:buNone/>
              <a:defRPr b="1" sz="2000">
                <a:highlight>
                  <a:schemeClr val="accent5"/>
                </a:highlight>
                <a:latin typeface="Montserrat"/>
                <a:ea typeface="Montserrat"/>
                <a:cs typeface="Montserrat"/>
                <a:sym typeface="Montserra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5" name="Google Shape;185;p32"/>
          <p:cNvSpPr txBox="1"/>
          <p:nvPr>
            <p:ph idx="1" type="subTitle"/>
          </p:nvPr>
        </p:nvSpPr>
        <p:spPr>
          <a:xfrm>
            <a:off x="428850" y="972000"/>
            <a:ext cx="6580200" cy="5178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1800"/>
              <a:buFont typeface="Montserrat"/>
              <a:buNone/>
              <a:defRPr>
                <a:solidFill>
                  <a:schemeClr val="dk1"/>
                </a:solidFill>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6" name="Google Shape;186;p32"/>
          <p:cNvSpPr txBox="1"/>
          <p:nvPr>
            <p:ph idx="3" type="body"/>
          </p:nvPr>
        </p:nvSpPr>
        <p:spPr>
          <a:xfrm>
            <a:off x="428400" y="1656000"/>
            <a:ext cx="6305100" cy="290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1pPr>
            <a:lvl2pPr indent="-304800" lvl="1" marL="914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2pPr>
            <a:lvl3pPr indent="-304800" lvl="2" marL="1371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3pPr>
            <a:lvl4pPr indent="-304800" lvl="3" marL="1828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4pPr>
            <a:lvl5pPr indent="-304800" lvl="4" marL="22860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5pPr>
            <a:lvl6pPr indent="-304800" lvl="5" marL="2743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6pPr>
            <a:lvl7pPr indent="-304800" lvl="6" marL="3200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7pPr>
            <a:lvl8pPr indent="-304800" lvl="7" marL="3657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8pPr>
            <a:lvl9pPr indent="-304800" lvl="8" marL="4114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I Gateway 3">
  <p:cSld name="CUSTOM_4">
    <p:spTree>
      <p:nvGrpSpPr>
        <p:cNvPr id="187" name="Shape 187"/>
        <p:cNvGrpSpPr/>
        <p:nvPr/>
      </p:nvGrpSpPr>
      <p:grpSpPr>
        <a:xfrm>
          <a:off x="0" y="0"/>
          <a:ext cx="0" cy="0"/>
          <a:chOff x="0" y="0"/>
          <a:chExt cx="0" cy="0"/>
        </a:xfrm>
      </p:grpSpPr>
      <p:pic>
        <p:nvPicPr>
          <p:cNvPr id="188" name="Google Shape;188;p33" title="Logotipo_Colore_Trasparente.png"/>
          <p:cNvPicPr preferRelativeResize="0"/>
          <p:nvPr/>
        </p:nvPicPr>
        <p:blipFill>
          <a:blip r:embed="rId2">
            <a:alphaModFix/>
          </a:blip>
          <a:stretch>
            <a:fillRect/>
          </a:stretch>
        </p:blipFill>
        <p:spPr>
          <a:xfrm>
            <a:off x="428849" y="4642300"/>
            <a:ext cx="1174649" cy="286150"/>
          </a:xfrm>
          <a:prstGeom prst="rect">
            <a:avLst/>
          </a:prstGeom>
          <a:noFill/>
          <a:ln>
            <a:noFill/>
          </a:ln>
        </p:spPr>
      </p:pic>
      <p:pic>
        <p:nvPicPr>
          <p:cNvPr id="189" name="Google Shape;189;p33" title="11.png"/>
          <p:cNvPicPr preferRelativeResize="0"/>
          <p:nvPr/>
        </p:nvPicPr>
        <p:blipFill>
          <a:blip r:embed="rId3">
            <a:alphaModFix/>
          </a:blip>
          <a:stretch>
            <a:fillRect/>
          </a:stretch>
        </p:blipFill>
        <p:spPr>
          <a:xfrm flipH="1">
            <a:off x="0" y="0"/>
            <a:ext cx="9144000" cy="5143500"/>
          </a:xfrm>
          <a:prstGeom prst="rect">
            <a:avLst/>
          </a:prstGeom>
          <a:noFill/>
          <a:ln>
            <a:noFill/>
          </a:ln>
        </p:spPr>
      </p:pic>
      <p:sp>
        <p:nvSpPr>
          <p:cNvPr id="190" name="Google Shape;190;p33"/>
          <p:cNvSpPr txBox="1"/>
          <p:nvPr>
            <p:ph type="title"/>
          </p:nvPr>
        </p:nvSpPr>
        <p:spPr>
          <a:xfrm>
            <a:off x="428400" y="396000"/>
            <a:ext cx="6564000" cy="476400"/>
          </a:xfrm>
          <a:prstGeom prst="rect">
            <a:avLst/>
          </a:prstGeom>
        </p:spPr>
        <p:txBody>
          <a:bodyPr anchorCtr="0" anchor="t" bIns="91425" lIns="91425" spcFirstLastPara="1" rIns="91425" wrap="square" tIns="91425">
            <a:normAutofit/>
          </a:bodyPr>
          <a:lstStyle>
            <a:lvl1pPr lvl="0">
              <a:spcBef>
                <a:spcPts val="0"/>
              </a:spcBef>
              <a:spcAft>
                <a:spcPts val="0"/>
              </a:spcAft>
              <a:buSzPts val="2000"/>
              <a:buFont typeface="Montserrat"/>
              <a:buNone/>
              <a:defRPr b="1" sz="2000">
                <a:highlight>
                  <a:schemeClr val="accent5"/>
                </a:highlight>
                <a:latin typeface="Montserrat"/>
                <a:ea typeface="Montserrat"/>
                <a:cs typeface="Montserrat"/>
                <a:sym typeface="Montserra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1" name="Google Shape;191;p33"/>
          <p:cNvSpPr txBox="1"/>
          <p:nvPr>
            <p:ph idx="1" type="subTitle"/>
          </p:nvPr>
        </p:nvSpPr>
        <p:spPr>
          <a:xfrm>
            <a:off x="428400" y="972000"/>
            <a:ext cx="6564000" cy="4764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1800"/>
              <a:buFont typeface="Montserrat"/>
              <a:buNone/>
              <a:defRPr>
                <a:solidFill>
                  <a:schemeClr val="dk1"/>
                </a:solidFill>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33"/>
          <p:cNvSpPr txBox="1"/>
          <p:nvPr>
            <p:ph idx="2" type="body"/>
          </p:nvPr>
        </p:nvSpPr>
        <p:spPr>
          <a:xfrm>
            <a:off x="428400" y="1656000"/>
            <a:ext cx="6443700" cy="2381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1pPr>
            <a:lvl2pPr indent="-304800" lvl="1" marL="914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2pPr>
            <a:lvl3pPr indent="-304800" lvl="2" marL="1371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3pPr>
            <a:lvl4pPr indent="-304800" lvl="3" marL="1828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4pPr>
            <a:lvl5pPr indent="-304800" lvl="4" marL="22860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5pPr>
            <a:lvl6pPr indent="-304800" lvl="5" marL="2743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6pPr>
            <a:lvl7pPr indent="-304800" lvl="6" marL="3200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7pPr>
            <a:lvl8pPr indent="-304800" lvl="7" marL="3657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8pPr>
            <a:lvl9pPr indent="-304800" lvl="8" marL="4114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I Gateway 4">
  <p:cSld name="CUSTOM_4_1">
    <p:spTree>
      <p:nvGrpSpPr>
        <p:cNvPr id="193" name="Shape 193"/>
        <p:cNvGrpSpPr/>
        <p:nvPr/>
      </p:nvGrpSpPr>
      <p:grpSpPr>
        <a:xfrm>
          <a:off x="0" y="0"/>
          <a:ext cx="0" cy="0"/>
          <a:chOff x="0" y="0"/>
          <a:chExt cx="0" cy="0"/>
        </a:xfrm>
      </p:grpSpPr>
      <p:pic>
        <p:nvPicPr>
          <p:cNvPr id="194" name="Google Shape;194;p34" title="Logotipo_Colore_Trasparente.png"/>
          <p:cNvPicPr preferRelativeResize="0"/>
          <p:nvPr/>
        </p:nvPicPr>
        <p:blipFill>
          <a:blip r:embed="rId2">
            <a:alphaModFix/>
          </a:blip>
          <a:stretch>
            <a:fillRect/>
          </a:stretch>
        </p:blipFill>
        <p:spPr>
          <a:xfrm>
            <a:off x="428849" y="4642300"/>
            <a:ext cx="1174649" cy="286150"/>
          </a:xfrm>
          <a:prstGeom prst="rect">
            <a:avLst/>
          </a:prstGeom>
          <a:noFill/>
          <a:ln>
            <a:noFill/>
          </a:ln>
        </p:spPr>
      </p:pic>
      <p:sp>
        <p:nvSpPr>
          <p:cNvPr id="195" name="Google Shape;195;p34"/>
          <p:cNvSpPr txBox="1"/>
          <p:nvPr>
            <p:ph type="title"/>
          </p:nvPr>
        </p:nvSpPr>
        <p:spPr>
          <a:xfrm>
            <a:off x="428400" y="396000"/>
            <a:ext cx="6564000" cy="476400"/>
          </a:xfrm>
          <a:prstGeom prst="rect">
            <a:avLst/>
          </a:prstGeom>
        </p:spPr>
        <p:txBody>
          <a:bodyPr anchorCtr="0" anchor="t" bIns="91425" lIns="91425" spcFirstLastPara="1" rIns="91425" wrap="square" tIns="91425">
            <a:normAutofit/>
          </a:bodyPr>
          <a:lstStyle>
            <a:lvl1pPr lvl="0">
              <a:spcBef>
                <a:spcPts val="0"/>
              </a:spcBef>
              <a:spcAft>
                <a:spcPts val="0"/>
              </a:spcAft>
              <a:buSzPts val="2000"/>
              <a:buFont typeface="Montserrat"/>
              <a:buNone/>
              <a:defRPr b="1" sz="2000">
                <a:highlight>
                  <a:schemeClr val="accent5"/>
                </a:highlight>
                <a:latin typeface="Montserrat"/>
                <a:ea typeface="Montserrat"/>
                <a:cs typeface="Montserrat"/>
                <a:sym typeface="Montserra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6" name="Google Shape;196;p34"/>
          <p:cNvSpPr txBox="1"/>
          <p:nvPr>
            <p:ph idx="1" type="subTitle"/>
          </p:nvPr>
        </p:nvSpPr>
        <p:spPr>
          <a:xfrm>
            <a:off x="428400" y="972000"/>
            <a:ext cx="6564000" cy="4764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1800"/>
              <a:buFont typeface="Montserrat"/>
              <a:buNone/>
              <a:defRPr>
                <a:solidFill>
                  <a:schemeClr val="dk1"/>
                </a:solidFill>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7" name="Google Shape;197;p34"/>
          <p:cNvSpPr txBox="1"/>
          <p:nvPr>
            <p:ph idx="2" type="body"/>
          </p:nvPr>
        </p:nvSpPr>
        <p:spPr>
          <a:xfrm>
            <a:off x="428400" y="1656000"/>
            <a:ext cx="6443700" cy="2381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1pPr>
            <a:lvl2pPr indent="-304800" lvl="1" marL="914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2pPr>
            <a:lvl3pPr indent="-304800" lvl="2" marL="1371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3pPr>
            <a:lvl4pPr indent="-304800" lvl="3" marL="1828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4pPr>
            <a:lvl5pPr indent="-304800" lvl="4" marL="22860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5pPr>
            <a:lvl6pPr indent="-304800" lvl="5" marL="27432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6pPr>
            <a:lvl7pPr indent="-304800" lvl="6" marL="32004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7pPr>
            <a:lvl8pPr indent="-304800" lvl="7" marL="36576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8pPr>
            <a:lvl9pPr indent="-304800" lvl="8" marL="4114800">
              <a:spcBef>
                <a:spcPts val="0"/>
              </a:spcBef>
              <a:spcAft>
                <a:spcPts val="0"/>
              </a:spcAft>
              <a:buClr>
                <a:schemeClr val="dk1"/>
              </a:buClr>
              <a:buSzPts val="1200"/>
              <a:buFont typeface="Montserrat"/>
              <a:buChar char="■"/>
              <a:defRPr sz="12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e IT">
  <p:cSld name="CUSTOM_7">
    <p:spTree>
      <p:nvGrpSpPr>
        <p:cNvPr id="198" name="Shape 198"/>
        <p:cNvGrpSpPr/>
        <p:nvPr/>
      </p:nvGrpSpPr>
      <p:grpSpPr>
        <a:xfrm>
          <a:off x="0" y="0"/>
          <a:ext cx="0" cy="0"/>
          <a:chOff x="0" y="0"/>
          <a:chExt cx="0" cy="0"/>
        </a:xfrm>
      </p:grpSpPr>
      <p:pic>
        <p:nvPicPr>
          <p:cNvPr id="199" name="Google Shape;199;p35"/>
          <p:cNvPicPr preferRelativeResize="0"/>
          <p:nvPr/>
        </p:nvPicPr>
        <p:blipFill rotWithShape="1">
          <a:blip r:embed="rId2">
            <a:alphaModFix/>
          </a:blip>
          <a:srcRect b="0" l="13244" r="15668" t="28972"/>
          <a:stretch/>
        </p:blipFill>
        <p:spPr>
          <a:xfrm>
            <a:off x="0" y="0"/>
            <a:ext cx="9143997" cy="5143501"/>
          </a:xfrm>
          <a:prstGeom prst="rect">
            <a:avLst/>
          </a:prstGeom>
          <a:noFill/>
          <a:ln>
            <a:noFill/>
          </a:ln>
        </p:spPr>
      </p:pic>
      <p:pic>
        <p:nvPicPr>
          <p:cNvPr id="200" name="Google Shape;200;p35"/>
          <p:cNvPicPr preferRelativeResize="0"/>
          <p:nvPr/>
        </p:nvPicPr>
        <p:blipFill>
          <a:blip r:embed="rId3">
            <a:alphaModFix/>
          </a:blip>
          <a:stretch>
            <a:fillRect/>
          </a:stretch>
        </p:blipFill>
        <p:spPr>
          <a:xfrm>
            <a:off x="377125" y="411050"/>
            <a:ext cx="2258524" cy="541450"/>
          </a:xfrm>
          <a:prstGeom prst="rect">
            <a:avLst/>
          </a:prstGeom>
          <a:noFill/>
          <a:ln>
            <a:noFill/>
          </a:ln>
        </p:spPr>
      </p:pic>
      <p:sp>
        <p:nvSpPr>
          <p:cNvPr id="201" name="Google Shape;201;p35"/>
          <p:cNvSpPr txBox="1"/>
          <p:nvPr/>
        </p:nvSpPr>
        <p:spPr>
          <a:xfrm>
            <a:off x="377125" y="2189250"/>
            <a:ext cx="6205800" cy="76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3600">
                <a:solidFill>
                  <a:schemeClr val="lt1"/>
                </a:solidFill>
                <a:latin typeface="Montserrat"/>
                <a:ea typeface="Montserrat"/>
                <a:cs typeface="Montserrat"/>
                <a:sym typeface="Montserrat"/>
              </a:rPr>
              <a:t>Grazie per l’attenzione</a:t>
            </a:r>
            <a:endParaRPr b="1" sz="3600">
              <a:solidFill>
                <a:schemeClr val="lt1"/>
              </a:solidFill>
              <a:latin typeface="Montserrat"/>
              <a:ea typeface="Montserrat"/>
              <a:cs typeface="Montserrat"/>
              <a:sym typeface="Montserrat"/>
            </a:endParaRPr>
          </a:p>
        </p:txBody>
      </p:sp>
      <p:sp>
        <p:nvSpPr>
          <p:cNvPr id="202" name="Google Shape;202;p35"/>
          <p:cNvSpPr txBox="1"/>
          <p:nvPr/>
        </p:nvSpPr>
        <p:spPr>
          <a:xfrm>
            <a:off x="377125" y="2954250"/>
            <a:ext cx="6205800" cy="765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it" sz="1500" u="sng">
                <a:solidFill>
                  <a:srgbClr val="FFFFFF"/>
                </a:solidFill>
                <a:latin typeface="Montserrat"/>
                <a:ea typeface="Montserrat"/>
                <a:cs typeface="Montserrat"/>
                <a:sym typeface="Montserrat"/>
                <a:hlinkClick r:id="rId4">
                  <a:extLst>
                    <a:ext uri="{A12FA001-AC4F-418D-AE19-62706E023703}">
                      <ahyp:hlinkClr val="tx"/>
                    </a:ext>
                  </a:extLst>
                </a:hlinkClick>
              </a:rPr>
              <a:t>radicalbit.ai</a:t>
            </a:r>
            <a:endParaRPr b="1" sz="15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b="1" lang="it" sz="1500">
                <a:solidFill>
                  <a:srgbClr val="FFFFFF"/>
                </a:solidFill>
                <a:latin typeface="Montserrat"/>
                <a:ea typeface="Montserrat"/>
                <a:cs typeface="Montserrat"/>
                <a:sym typeface="Montserrat"/>
              </a:rPr>
              <a:t>info@radicalbit.ai</a:t>
            </a:r>
            <a:endParaRPr b="1" sz="1500">
              <a:solidFill>
                <a:srgbClr val="FFFFFF"/>
              </a:solidFill>
              <a:latin typeface="Montserrat"/>
              <a:ea typeface="Montserrat"/>
              <a:cs typeface="Montserrat"/>
              <a:sym typeface="Montserrat"/>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e EN">
  <p:cSld name="CUSTOM_7_1">
    <p:spTree>
      <p:nvGrpSpPr>
        <p:cNvPr id="203" name="Shape 203"/>
        <p:cNvGrpSpPr/>
        <p:nvPr/>
      </p:nvGrpSpPr>
      <p:grpSpPr>
        <a:xfrm>
          <a:off x="0" y="0"/>
          <a:ext cx="0" cy="0"/>
          <a:chOff x="0" y="0"/>
          <a:chExt cx="0" cy="0"/>
        </a:xfrm>
      </p:grpSpPr>
      <p:pic>
        <p:nvPicPr>
          <p:cNvPr id="204" name="Google Shape;204;p36"/>
          <p:cNvPicPr preferRelativeResize="0"/>
          <p:nvPr/>
        </p:nvPicPr>
        <p:blipFill rotWithShape="1">
          <a:blip r:embed="rId2">
            <a:alphaModFix/>
          </a:blip>
          <a:srcRect b="0" l="13244" r="15668" t="28972"/>
          <a:stretch/>
        </p:blipFill>
        <p:spPr>
          <a:xfrm>
            <a:off x="0" y="0"/>
            <a:ext cx="9143997" cy="5143501"/>
          </a:xfrm>
          <a:prstGeom prst="rect">
            <a:avLst/>
          </a:prstGeom>
          <a:noFill/>
          <a:ln>
            <a:noFill/>
          </a:ln>
        </p:spPr>
      </p:pic>
      <p:pic>
        <p:nvPicPr>
          <p:cNvPr id="205" name="Google Shape;205;p36"/>
          <p:cNvPicPr preferRelativeResize="0"/>
          <p:nvPr/>
        </p:nvPicPr>
        <p:blipFill>
          <a:blip r:embed="rId3">
            <a:alphaModFix/>
          </a:blip>
          <a:stretch>
            <a:fillRect/>
          </a:stretch>
        </p:blipFill>
        <p:spPr>
          <a:xfrm>
            <a:off x="377125" y="411050"/>
            <a:ext cx="2258524" cy="541450"/>
          </a:xfrm>
          <a:prstGeom prst="rect">
            <a:avLst/>
          </a:prstGeom>
          <a:noFill/>
          <a:ln>
            <a:noFill/>
          </a:ln>
        </p:spPr>
      </p:pic>
      <p:sp>
        <p:nvSpPr>
          <p:cNvPr id="206" name="Google Shape;206;p36"/>
          <p:cNvSpPr txBox="1"/>
          <p:nvPr/>
        </p:nvSpPr>
        <p:spPr>
          <a:xfrm>
            <a:off x="377125" y="2189250"/>
            <a:ext cx="6205800" cy="76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3600">
                <a:solidFill>
                  <a:schemeClr val="lt1"/>
                </a:solidFill>
                <a:latin typeface="Montserrat"/>
                <a:ea typeface="Montserrat"/>
                <a:cs typeface="Montserrat"/>
                <a:sym typeface="Montserrat"/>
              </a:rPr>
              <a:t>Thank you</a:t>
            </a:r>
            <a:endParaRPr b="1" sz="3600">
              <a:solidFill>
                <a:schemeClr val="lt1"/>
              </a:solidFill>
              <a:latin typeface="Montserrat"/>
              <a:ea typeface="Montserrat"/>
              <a:cs typeface="Montserrat"/>
              <a:sym typeface="Montserrat"/>
            </a:endParaRPr>
          </a:p>
        </p:txBody>
      </p:sp>
      <p:sp>
        <p:nvSpPr>
          <p:cNvPr id="207" name="Google Shape;207;p36"/>
          <p:cNvSpPr txBox="1"/>
          <p:nvPr/>
        </p:nvSpPr>
        <p:spPr>
          <a:xfrm>
            <a:off x="423375" y="2954250"/>
            <a:ext cx="6205800" cy="765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it" sz="1500" u="sng">
                <a:solidFill>
                  <a:srgbClr val="FFFFFF"/>
                </a:solidFill>
                <a:latin typeface="Montserrat"/>
                <a:ea typeface="Montserrat"/>
                <a:cs typeface="Montserrat"/>
                <a:sym typeface="Montserrat"/>
                <a:hlinkClick r:id="rId4">
                  <a:extLst>
                    <a:ext uri="{A12FA001-AC4F-418D-AE19-62706E023703}">
                      <ahyp:hlinkClr val="tx"/>
                    </a:ext>
                  </a:extLst>
                </a:hlinkClick>
              </a:rPr>
              <a:t>radicalbit.ai</a:t>
            </a:r>
            <a:endParaRPr b="1" sz="15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b="1" lang="it" sz="1500">
                <a:solidFill>
                  <a:srgbClr val="FFFFFF"/>
                </a:solidFill>
                <a:latin typeface="Montserrat"/>
                <a:ea typeface="Montserrat"/>
                <a:cs typeface="Montserrat"/>
                <a:sym typeface="Montserrat"/>
              </a:rPr>
              <a:t>info@radicalbit.ai</a:t>
            </a:r>
            <a:endParaRPr b="1" sz="1500">
              <a:solidFill>
                <a:srgbClr val="FFFFFF"/>
              </a:solidFill>
              <a:latin typeface="Montserrat"/>
              <a:ea typeface="Montserrat"/>
              <a:cs typeface="Montserrat"/>
              <a:sym typeface="Montserrat"/>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74904" y="2816352"/>
            <a:ext cx="5669280" cy="1005840"/>
          </a:xfrm>
          <a:prstGeom prst="rect">
            <a:avLst/>
          </a:prstGeom>
          <a:noFill/>
        </p:spPr>
        <p:txBody>
          <a:bodyPr wrap="square" lIns="0" rIns="0" tIns="0" bIns="0" anchor="b">
            <a:spAutoFit/>
          </a:bodyPr>
          <a:lstStyle/>
          <a:p>
            <a:r>
              <a:rPr sz="2200" b="1">
                <a:solidFill>
                  <a:srgbClr val="FFFFFF"/>
                </a:solidFill>
                <a:latin typeface="Montserrat"/>
              </a:rPr>
              <a:t>Guardrails and Chat Memory</a:t>
            </a:r>
          </a:p>
          <a:p>
            <a:pPr>
              <a:spcBef>
                <a:spcPts val="400"/>
              </a:spcBef>
            </a:pPr>
            <a:r>
              <a:rPr sz="1300" b="0">
                <a:solidFill>
                  <a:srgbClr val="FFFFFF"/>
                </a:solidFill>
                <a:latin typeface="Montserrat Light"/>
              </a:rPr>
              <a:t>Workshop: what happens when your input triggers a guardrail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This Workshop Is About</a:t>
            </a:r>
          </a:p>
        </p:txBody>
      </p:sp>
      <p:sp>
        <p:nvSpPr>
          <p:cNvPr id="3" name="Subtitle 2"/>
          <p:cNvSpPr>
            <a:spLocks noGrp="1"/>
          </p:cNvSpPr>
          <p:nvPr>
            <p:ph type="subTitle" idx="1"/>
          </p:nvPr>
        </p:nvSpPr>
        <p:spPr/>
        <p:txBody>
          <a:bodyPr/>
          <a:lstStyle/>
          <a:p>
            <a:r>
              <a:t>Guardrails meet chat history</a:t>
            </a:r>
          </a:p>
        </p:txBody>
      </p:sp>
      <p:sp>
        <p:nvSpPr>
          <p:cNvPr id="4" name="Text Placeholder 3"/>
          <p:cNvSpPr>
            <a:spLocks noGrp="1"/>
          </p:cNvSpPr>
          <p:nvPr>
            <p:ph type="body" idx="2"/>
          </p:nvPr>
        </p:nvSpPr>
        <p:spPr>
          <a:xfrm>
            <a:off x="429768" y="1554480"/>
            <a:ext cx="4572000" cy="2926080"/>
          </a:xfrm>
        </p:spPr>
        <p:txBody>
          <a:bodyPr wrap="square"/>
          <a:lstStyle/>
          <a:p>
            <a:pPr marL="0" indent="0">
              <a:spcAft>
                <a:spcPts val="800"/>
              </a:spcAft>
              <a:buNone/>
            </a:pPr>
            <a:r>
              <a:rPr sz="1300" b="1">
                <a:solidFill>
                  <a:srgbClr val="000000"/>
                </a:solidFill>
                <a:latin typeface="Montserrat"/>
              </a:rPr>
              <a:t>The goal:</a:t>
            </a:r>
            <a:r>
              <a:rPr sz="1300" b="0">
                <a:solidFill>
                  <a:srgbClr val="000000"/>
                </a:solidFill>
                <a:latin typeface="Montserrat Light"/>
              </a:rPr>
              <a:t> see what happens to a chat when a guardrail triggers.</a:t>
            </a:r>
          </a:p>
          <a:p>
            <a:pPr marL="228600" indent="-171450">
              <a:spcAft>
                <a:spcPts val="800"/>
              </a:spcAft>
              <a:buFont typeface="Arial"/>
              <a:buChar char="•"/>
            </a:pPr>
            <a:r>
              <a:rPr sz="1300" b="0">
                <a:solidFill>
                  <a:srgbClr val="000000"/>
                </a:solidFill>
                <a:latin typeface="Montserrat Light"/>
              </a:rPr>
              <a:t>Why one bad message can block every later turn</a:t>
            </a:r>
          </a:p>
          <a:p>
            <a:pPr marL="228600" indent="-171450">
              <a:spcAft>
                <a:spcPts val="800"/>
              </a:spcAft>
              <a:buFont typeface="Arial"/>
              <a:buChar char="•"/>
            </a:pPr>
            <a:r>
              <a:rPr sz="1300" b="0">
                <a:solidFill>
                  <a:srgbClr val="000000"/>
                </a:solidFill>
                <a:latin typeface="Montserrat Light"/>
              </a:rPr>
              <a:t>Who cleans the history: the app, not the gateway</a:t>
            </a:r>
          </a:p>
          <a:p>
            <a:pPr marL="228600" indent="-171450">
              <a:spcAft>
                <a:spcPts val="800"/>
              </a:spcAft>
              <a:buFont typeface="Arial"/>
              <a:buChar char="•"/>
            </a:pPr>
            <a:r>
              <a:rPr sz="1300" b="0">
                <a:solidFill>
                  <a:srgbClr val="000000"/>
                </a:solidFill>
                <a:latin typeface="Montserrat Light"/>
              </a:rPr>
              <a:t>How to pick what a guardrail reads</a:t>
            </a:r>
          </a:p>
          <a:p>
            <a:pPr marL="0" indent="0">
              <a:spcAft>
                <a:spcPts val="800"/>
              </a:spcAft>
              <a:buNone/>
            </a:pPr>
            <a:r>
              <a:rPr sz="1300" b="1">
                <a:solidFill>
                  <a:srgbClr val="FFFFFF"/>
                </a:solidFill>
                <a:highlight>
                  <a:srgbClr val="0097A7"/>
                </a:highlight>
                <a:latin typeface="Montserrat"/>
              </a:rPr>
              <a:t>Not a full tour of guardrails. Types and behaviors only as much as we need.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 Memory in the Gateway</a:t>
            </a:r>
          </a:p>
        </p:txBody>
      </p:sp>
      <p:sp>
        <p:nvSpPr>
          <p:cNvPr id="3" name="Subtitle 2"/>
          <p:cNvSpPr>
            <a:spLocks noGrp="1"/>
          </p:cNvSpPr>
          <p:nvPr>
            <p:ph type="subTitle" idx="1"/>
          </p:nvPr>
        </p:nvSpPr>
        <p:spPr/>
        <p:txBody>
          <a:bodyPr/>
          <a:lstStyle/>
          <a:p>
            <a:r>
              <a:t>The app is the memory</a:t>
            </a:r>
          </a:p>
        </p:txBody>
      </p:sp>
      <p:sp>
        <p:nvSpPr>
          <p:cNvPr id="4" name="Text Placeholder 3"/>
          <p:cNvSpPr>
            <a:spLocks noGrp="1"/>
          </p:cNvSpPr>
          <p:nvPr>
            <p:ph type="body" idx="2"/>
          </p:nvPr>
        </p:nvSpPr>
        <p:spPr>
          <a:xfrm>
            <a:off x="429768" y="1554480"/>
            <a:ext cx="4572000" cy="2926080"/>
          </a:xfrm>
        </p:spPr>
        <p:txBody>
          <a:bodyPr wrap="square"/>
          <a:lstStyle/>
          <a:p>
            <a:pPr marL="0" indent="0">
              <a:spcAft>
                <a:spcPts val="800"/>
              </a:spcAft>
              <a:buNone/>
            </a:pPr>
            <a:r>
              <a:rPr sz="1300" b="0">
                <a:solidFill>
                  <a:srgbClr val="000000"/>
                </a:solidFill>
                <a:latin typeface="Montserrat Light"/>
              </a:rPr>
              <a:t>The gateway is </a:t>
            </a:r>
            <a:r>
              <a:rPr sz="1300" b="1">
                <a:solidFill>
                  <a:srgbClr val="000000"/>
                </a:solidFill>
                <a:latin typeface="Montserrat"/>
              </a:rPr>
              <a:t>stateless</a:t>
            </a:r>
            <a:r>
              <a:rPr sz="1300" b="0">
                <a:solidFill>
                  <a:srgbClr val="000000"/>
                </a:solidFill>
                <a:latin typeface="Montserrat Light"/>
              </a:rPr>
              <a:t>. It does not store chats.</a:t>
            </a:r>
          </a:p>
          <a:p>
            <a:pPr marL="228600" indent="-171450">
              <a:spcAft>
                <a:spcPts val="800"/>
              </a:spcAft>
              <a:buFont typeface="Arial"/>
              <a:buChar char="•"/>
            </a:pPr>
            <a:r>
              <a:rPr sz="1300" b="0">
                <a:solidFill>
                  <a:srgbClr val="000000"/>
                </a:solidFill>
                <a:latin typeface="Montserrat Light"/>
              </a:rPr>
              <a:t>Every turn, the app sends the </a:t>
            </a:r>
            <a:r>
              <a:rPr sz="1300" b="1">
                <a:solidFill>
                  <a:srgbClr val="000000"/>
                </a:solidFill>
                <a:latin typeface="Montserrat"/>
              </a:rPr>
              <a:t>full history</a:t>
            </a:r>
            <a:r>
              <a:rPr sz="1300" b="0">
                <a:solidFill>
                  <a:srgbClr val="000000"/>
                </a:solidFill>
                <a:latin typeface="Montserrat Light"/>
              </a:rPr>
              <a:t> again</a:t>
            </a:r>
          </a:p>
          <a:p>
            <a:pPr marL="228600" indent="-171450">
              <a:spcAft>
                <a:spcPts val="800"/>
              </a:spcAft>
              <a:buFont typeface="Arial"/>
              <a:buChar char="•"/>
            </a:pPr>
            <a:r>
              <a:rPr sz="1300" b="0">
                <a:solidFill>
                  <a:srgbClr val="000000"/>
                </a:solidFill>
                <a:latin typeface="Montserrat Light"/>
              </a:rPr>
              <a:t>Every turn, input guardrails </a:t>
            </a:r>
            <a:r>
              <a:rPr sz="1300" b="1">
                <a:solidFill>
                  <a:srgbClr val="000000"/>
                </a:solidFill>
                <a:latin typeface="Montserrat"/>
              </a:rPr>
              <a:t>check it all again</a:t>
            </a:r>
          </a:p>
          <a:p>
            <a:pPr marL="228600" indent="-171450">
              <a:spcAft>
                <a:spcPts val="800"/>
              </a:spcAft>
              <a:buFont typeface="Arial"/>
              <a:buChar char="•"/>
            </a:pPr>
            <a:r>
              <a:rPr sz="1300" b="0">
                <a:solidFill>
                  <a:srgbClr val="000000"/>
                </a:solidFill>
                <a:latin typeface="Montserrat Light"/>
              </a:rPr>
              <a:t>What the app keeps decides what is checked next</a:t>
            </a:r>
          </a:p>
          <a:p>
            <a:pPr marL="0" indent="0">
              <a:spcAft>
                <a:spcPts val="800"/>
              </a:spcAft>
              <a:buNone/>
            </a:pPr>
            <a:r>
              <a:rPr sz="1300" b="1">
                <a:solidFill>
                  <a:srgbClr val="FFFFFF"/>
                </a:solidFill>
                <a:highlight>
                  <a:srgbClr val="0097A7"/>
                </a:highlight>
                <a:latin typeface="Montserrat"/>
              </a:rPr>
              <a:t>One bad message in the history triggers on every turn.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Guardrail Types</a:t>
            </a:r>
          </a:p>
        </p:txBody>
      </p:sp>
      <p:sp>
        <p:nvSpPr>
          <p:cNvPr id="3" name="Subtitle 2"/>
          <p:cNvSpPr>
            <a:spLocks noGrp="1"/>
          </p:cNvSpPr>
          <p:nvPr>
            <p:ph type="subTitle" idx="1"/>
          </p:nvPr>
        </p:nvSpPr>
        <p:spPr/>
        <p:txBody>
          <a:bodyPr/>
          <a:lstStyle/>
          <a:p>
            <a:r>
              <a:t>What a guardrail looks for</a:t>
            </a:r>
          </a:p>
        </p:txBody>
      </p:sp>
      <p:sp>
        <p:nvSpPr>
          <p:cNvPr id="4" name="Text Placeholder 3"/>
          <p:cNvSpPr>
            <a:spLocks noGrp="1"/>
          </p:cNvSpPr>
          <p:nvPr>
            <p:ph type="body" idx="2"/>
          </p:nvPr>
        </p:nvSpPr>
        <p:spPr>
          <a:xfrm>
            <a:off x="429768" y="1554480"/>
            <a:ext cx="8229600" cy="320040"/>
          </a:xfrm>
        </p:spPr>
        <p:txBody>
          <a:bodyPr wrap="square"/>
          <a:lstStyle/>
          <a:p>
            <a:pPr marL="0" indent="0">
              <a:spcAft>
                <a:spcPts val="800"/>
              </a:spcAft>
              <a:buNone/>
            </a:pPr>
            <a:r>
              <a:rPr sz="1300" b="0">
                <a:solidFill>
                  <a:srgbClr val="000000"/>
                </a:solidFill>
                <a:latin typeface="Montserrat Light"/>
              </a:rPr>
              <a:t>Every guardrail has a </a:t>
            </a:r>
            <a:r>
              <a:rPr sz="1300" b="1">
                <a:solidFill>
                  <a:srgbClr val="000000"/>
                </a:solidFill>
                <a:latin typeface="Montserrat"/>
              </a:rPr>
              <a:t>type</a:t>
            </a:r>
            <a:r>
              <a:rPr sz="1300" b="0">
                <a:solidFill>
                  <a:srgbClr val="000000"/>
                </a:solidFill>
                <a:latin typeface="Montserrat Light"/>
              </a:rPr>
              <a:t>. Pick the cheapest one that does the job.</a:t>
            </a:r>
          </a:p>
        </p:txBody>
      </p:sp>
      <p:graphicFrame>
        <p:nvGraphicFramePr>
          <p:cNvPr id="5" name="Table 4"/>
          <p:cNvGraphicFramePr>
            <a:graphicFrameLocks noGrp="1"/>
          </p:cNvGraphicFramePr>
          <p:nvPr/>
        </p:nvGraphicFramePr>
        <p:xfrm>
          <a:off x="429768" y="1965960"/>
          <a:ext cx="8229600" cy="2468880"/>
        </p:xfrm>
        <a:graphic>
          <a:graphicData uri="http://schemas.openxmlformats.org/drawingml/2006/table">
            <a:tbl>
              <a:tblPr firstRow="0" bandRow="0">
                <a:tableStyleId>{5C22544A-7EE6-4342-B048-85BDC9FD1C3A}</a:tableStyleId>
              </a:tblPr>
              <a:tblGrid>
                <a:gridCol w="1463040"/>
                <a:gridCol w="3291840"/>
                <a:gridCol w="3474720"/>
              </a:tblGrid>
              <a:tr h="411480">
                <a:tc>
                  <a:txBody>
                    <a:bodyPr wrap="square"/>
                    <a:lstStyle/>
                    <a:p>
                      <a:r>
                        <a:rPr sz="1000" b="1">
                          <a:solidFill>
                            <a:srgbClr val="FFFFFF"/>
                          </a:solidFill>
                          <a:latin typeface="Montserrat"/>
                        </a:rPr>
                        <a:t>Group</a:t>
                      </a:r>
                    </a:p>
                  </a:txBody>
                  <a:tcPr anchor="ctr" marL="73152" marR="73152">
                    <a:solidFill>
                      <a:srgbClr val="0097A7"/>
                    </a:solidFill>
                  </a:tcPr>
                </a:tc>
                <a:tc>
                  <a:txBody>
                    <a:bodyPr wrap="square"/>
                    <a:lstStyle/>
                    <a:p>
                      <a:r>
                        <a:rPr sz="1000" b="1">
                          <a:solidFill>
                            <a:srgbClr val="FFFFFF"/>
                          </a:solidFill>
                          <a:latin typeface="Montserrat"/>
                        </a:rPr>
                        <a:t>Types</a:t>
                      </a:r>
                    </a:p>
                  </a:txBody>
                  <a:tcPr anchor="ctr" marL="73152" marR="73152">
                    <a:solidFill>
                      <a:srgbClr val="0097A7"/>
                    </a:solidFill>
                  </a:tcPr>
                </a:tc>
                <a:tc>
                  <a:txBody>
                    <a:bodyPr wrap="square"/>
                    <a:lstStyle/>
                    <a:p>
                      <a:r>
                        <a:rPr sz="1000" b="1">
                          <a:solidFill>
                            <a:srgbClr val="FFFFFF"/>
                          </a:solidFill>
                          <a:latin typeface="Montserrat"/>
                        </a:rPr>
                        <a:t>Looks for</a:t>
                      </a:r>
                    </a:p>
                  </a:txBody>
                  <a:tcPr anchor="ctr" marL="73152" marR="73152">
                    <a:solidFill>
                      <a:srgbClr val="0097A7"/>
                    </a:solidFill>
                  </a:tcPr>
                </a:tc>
              </a:tr>
              <a:tr h="411480">
                <a:tc>
                  <a:txBody>
                    <a:bodyPr wrap="square"/>
                    <a:lstStyle/>
                    <a:p>
                      <a:r>
                        <a:rPr sz="1000" b="1">
                          <a:solidFill>
                            <a:srgbClr val="000000"/>
                          </a:solidFill>
                          <a:latin typeface="Montserrat"/>
                        </a:rPr>
                        <a:t>Pattern</a:t>
                      </a:r>
                    </a:p>
                  </a:txBody>
                  <a:tcPr anchor="ctr" marL="73152" marR="73152">
                    <a:solidFill>
                      <a:srgbClr val="F2F2F2"/>
                    </a:solidFill>
                  </a:tcPr>
                </a:tc>
                <a:tc>
                  <a:txBody>
                    <a:bodyPr wrap="square"/>
                    <a:lstStyle/>
                    <a:p>
                      <a:r>
                        <a:rPr sz="1000" b="0">
                          <a:solidFill>
                            <a:srgbClr val="575757"/>
                          </a:solidFill>
                          <a:latin typeface="Montserrat Light"/>
                        </a:rPr>
                        <a:t>contains, starts_with, ends_with, regex</a:t>
                      </a:r>
                    </a:p>
                  </a:txBody>
                  <a:tcPr anchor="ctr" marL="73152" marR="73152">
                    <a:solidFill>
                      <a:srgbClr val="FFFFFF"/>
                    </a:solidFill>
                  </a:tcPr>
                </a:tc>
                <a:tc>
                  <a:txBody>
                    <a:bodyPr wrap="square"/>
                    <a:lstStyle/>
                    <a:p>
                      <a:r>
                        <a:rPr sz="1000" b="0">
                          <a:solidFill>
                            <a:srgbClr val="575757"/>
                          </a:solidFill>
                          <a:latin typeface="Montserrat Light"/>
                        </a:rPr>
                        <a:t>a word or pattern you list</a:t>
                      </a:r>
                    </a:p>
                  </a:txBody>
                  <a:tcPr anchor="ctr" marL="73152" marR="73152">
                    <a:solidFill>
                      <a:srgbClr val="FFFFFF"/>
                    </a:solidFill>
                  </a:tcPr>
                </a:tc>
              </a:tr>
              <a:tr h="411480">
                <a:tc>
                  <a:txBody>
                    <a:bodyPr wrap="square"/>
                    <a:lstStyle/>
                    <a:p>
                      <a:r>
                        <a:rPr sz="1000" b="1">
                          <a:solidFill>
                            <a:srgbClr val="000000"/>
                          </a:solidFill>
                          <a:latin typeface="Montserrat"/>
                        </a:rPr>
                        <a:t>PII detect</a:t>
                      </a:r>
                    </a:p>
                  </a:txBody>
                  <a:tcPr anchor="ctr" marL="73152" marR="73152">
                    <a:solidFill>
                      <a:srgbClr val="F2F2F2"/>
                    </a:solidFill>
                  </a:tcPr>
                </a:tc>
                <a:tc>
                  <a:txBody>
                    <a:bodyPr wrap="square"/>
                    <a:lstStyle/>
                    <a:p>
                      <a:r>
                        <a:rPr sz="1000" b="0">
                          <a:solidFill>
                            <a:srgbClr val="575757"/>
                          </a:solidFill>
                          <a:latin typeface="Montserrat Light"/>
                        </a:rPr>
                        <a:t>presidio_analyzer</a:t>
                      </a:r>
                    </a:p>
                  </a:txBody>
                  <a:tcPr anchor="ctr" marL="73152" marR="73152">
                    <a:solidFill>
                      <a:srgbClr val="FFFFFF"/>
                    </a:solidFill>
                  </a:tcPr>
                </a:tc>
                <a:tc>
                  <a:txBody>
                    <a:bodyPr wrap="square"/>
                    <a:lstStyle/>
                    <a:p>
                      <a:r>
                        <a:rPr sz="1000" b="0">
                          <a:solidFill>
                            <a:srgbClr val="575757"/>
                          </a:solidFill>
                          <a:latin typeface="Montserrat Light"/>
                        </a:rPr>
                        <a:t>personal data: cards, phones, emails</a:t>
                      </a:r>
                    </a:p>
                  </a:txBody>
                  <a:tcPr anchor="ctr" marL="73152" marR="73152">
                    <a:solidFill>
                      <a:srgbClr val="FFFFFF"/>
                    </a:solidFill>
                  </a:tcPr>
                </a:tc>
              </a:tr>
              <a:tr h="411480">
                <a:tc>
                  <a:txBody>
                    <a:bodyPr wrap="square"/>
                    <a:lstStyle/>
                    <a:p>
                      <a:r>
                        <a:rPr sz="1000" b="1">
                          <a:solidFill>
                            <a:srgbClr val="000000"/>
                          </a:solidFill>
                          <a:latin typeface="Montserrat"/>
                        </a:rPr>
                        <a:t>PII redact</a:t>
                      </a:r>
                    </a:p>
                  </a:txBody>
                  <a:tcPr anchor="ctr" marL="73152" marR="73152">
                    <a:solidFill>
                      <a:srgbClr val="F2F2F2"/>
                    </a:solidFill>
                  </a:tcPr>
                </a:tc>
                <a:tc>
                  <a:txBody>
                    <a:bodyPr wrap="square"/>
                    <a:lstStyle/>
                    <a:p>
                      <a:r>
                        <a:rPr sz="1000" b="0">
                          <a:solidFill>
                            <a:srgbClr val="575757"/>
                          </a:solidFill>
                          <a:latin typeface="Montserrat Light"/>
                        </a:rPr>
                        <a:t>presidio_anonymizer</a:t>
                      </a:r>
                    </a:p>
                  </a:txBody>
                  <a:tcPr anchor="ctr" marL="73152" marR="73152">
                    <a:solidFill>
                      <a:srgbClr val="FFFFFF"/>
                    </a:solidFill>
                  </a:tcPr>
                </a:tc>
                <a:tc>
                  <a:txBody>
                    <a:bodyPr wrap="square"/>
                    <a:lstStyle/>
                    <a:p>
                      <a:r>
                        <a:rPr sz="1000" b="0">
                          <a:solidFill>
                            <a:srgbClr val="575757"/>
                          </a:solidFill>
                          <a:latin typeface="Montserrat Light"/>
                        </a:rPr>
                        <a:t>the same, replaced by &lt;CREDIT_CARD&gt;</a:t>
                      </a:r>
                    </a:p>
                  </a:txBody>
                  <a:tcPr anchor="ctr" marL="73152" marR="73152">
                    <a:solidFill>
                      <a:srgbClr val="FFFFFF"/>
                    </a:solidFill>
                  </a:tcPr>
                </a:tc>
              </a:tr>
              <a:tr h="411480">
                <a:tc>
                  <a:txBody>
                    <a:bodyPr wrap="square"/>
                    <a:lstStyle/>
                    <a:p>
                      <a:r>
                        <a:rPr sz="1000" b="1">
                          <a:solidFill>
                            <a:srgbClr val="000000"/>
                          </a:solidFill>
                          <a:latin typeface="Montserrat"/>
                        </a:rPr>
                        <a:t>LLM judge</a:t>
                      </a:r>
                    </a:p>
                  </a:txBody>
                  <a:tcPr anchor="ctr" marL="73152" marR="73152">
                    <a:solidFill>
                      <a:srgbClr val="F2F2F2"/>
                    </a:solidFill>
                  </a:tcPr>
                </a:tc>
                <a:tc>
                  <a:txBody>
                    <a:bodyPr wrap="square"/>
                    <a:lstStyle/>
                    <a:p>
                      <a:r>
                        <a:rPr sz="1000" b="0">
                          <a:solidFill>
                            <a:srgbClr val="575757"/>
                          </a:solidFill>
                          <a:latin typeface="Montserrat Light"/>
                        </a:rPr>
                        <a:t>judge</a:t>
                      </a:r>
                    </a:p>
                  </a:txBody>
                  <a:tcPr anchor="ctr" marL="73152" marR="73152">
                    <a:solidFill>
                      <a:srgbClr val="FFFFFF"/>
                    </a:solidFill>
                  </a:tcPr>
                </a:tc>
                <a:tc>
                  <a:txBody>
                    <a:bodyPr wrap="square"/>
                    <a:lstStyle/>
                    <a:p>
                      <a:r>
                        <a:rPr sz="1000" b="0">
                          <a:solidFill>
                            <a:srgbClr val="575757"/>
                          </a:solidFill>
                          <a:latin typeface="Montserrat Light"/>
                        </a:rPr>
                        <a:t>anything you describe in a prompt</a:t>
                      </a:r>
                    </a:p>
                  </a:txBody>
                  <a:tcPr anchor="ctr" marL="73152" marR="73152">
                    <a:solidFill>
                      <a:srgbClr val="FFFFFF"/>
                    </a:solidFill>
                  </a:tcPr>
                </a:tc>
              </a:tr>
              <a:tr h="411480">
                <a:tc>
                  <a:txBody>
                    <a:bodyPr wrap="square"/>
                    <a:lstStyle/>
                    <a:p>
                      <a:r>
                        <a:rPr sz="1000" b="1">
                          <a:solidFill>
                            <a:srgbClr val="000000"/>
                          </a:solidFill>
                          <a:latin typeface="Montserrat"/>
                        </a:rPr>
                        <a:t>Decision judge</a:t>
                      </a:r>
                    </a:p>
                  </a:txBody>
                  <a:tcPr anchor="ctr" marL="73152" marR="73152">
                    <a:solidFill>
                      <a:srgbClr val="F2F2F2"/>
                    </a:solidFill>
                  </a:tcPr>
                </a:tc>
                <a:tc>
                  <a:txBody>
                    <a:bodyPr wrap="square"/>
                    <a:lstStyle/>
                    <a:p>
                      <a:r>
                        <a:rPr sz="1000" b="0">
                          <a:solidFill>
                            <a:srgbClr val="575757"/>
                          </a:solidFill>
                          <a:latin typeface="Montserrat Light"/>
                        </a:rPr>
                        <a:t>decision_judge</a:t>
                      </a:r>
                    </a:p>
                  </a:txBody>
                  <a:tcPr anchor="ctr" marL="73152" marR="73152">
                    <a:solidFill>
                      <a:srgbClr val="FFFFFF"/>
                    </a:solidFill>
                  </a:tcPr>
                </a:tc>
                <a:tc>
                  <a:txBody>
                    <a:bodyPr wrap="square"/>
                    <a:lstStyle/>
                    <a:p>
                      <a:r>
                        <a:rPr sz="1000" b="0">
                          <a:solidFill>
                            <a:srgbClr val="575757"/>
                          </a:solidFill>
                          <a:latin typeface="Montserrat Light"/>
                        </a:rPr>
                        <a:t>one yes/no question, as a probability</a:t>
                      </a:r>
                    </a:p>
                  </a:txBody>
                  <a:tcPr anchor="ctr" marL="73152" marR="73152">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Three Guardrail Behaviors</a:t>
            </a:r>
          </a:p>
        </p:txBody>
      </p:sp>
      <p:sp>
        <p:nvSpPr>
          <p:cNvPr id="3" name="Subtitle 2"/>
          <p:cNvSpPr>
            <a:spLocks noGrp="1"/>
          </p:cNvSpPr>
          <p:nvPr>
            <p:ph type="subTitle" idx="1"/>
          </p:nvPr>
        </p:nvSpPr>
        <p:spPr/>
        <p:txBody>
          <a:bodyPr/>
          <a:lstStyle/>
          <a:p>
            <a:r>
              <a:t>What the app gets back</a:t>
            </a:r>
          </a:p>
        </p:txBody>
      </p:sp>
      <p:sp>
        <p:nvSpPr>
          <p:cNvPr id="4" name="Text Placeholder 3"/>
          <p:cNvSpPr>
            <a:spLocks noGrp="1"/>
          </p:cNvSpPr>
          <p:nvPr>
            <p:ph type="body" idx="2"/>
          </p:nvPr>
        </p:nvSpPr>
        <p:spPr>
          <a:xfrm>
            <a:off x="429768" y="1554480"/>
            <a:ext cx="8229600" cy="777240"/>
          </a:xfrm>
        </p:spPr>
        <p:txBody>
          <a:bodyPr wrap="square"/>
          <a:lstStyle/>
          <a:p>
            <a:pPr marL="0" indent="0">
              <a:spcAft>
                <a:spcPts val="800"/>
              </a:spcAft>
              <a:buNone/>
            </a:pPr>
            <a:r>
              <a:rPr sz="1300" b="0">
                <a:solidFill>
                  <a:srgbClr val="000000"/>
                </a:solidFill>
                <a:latin typeface="Montserrat Light"/>
              </a:rPr>
              <a:t>Each guardrail has a </a:t>
            </a:r>
            <a:r>
              <a:rPr sz="1300" b="1">
                <a:solidFill>
                  <a:srgbClr val="000000"/>
                </a:solidFill>
                <a:latin typeface="Montserrat"/>
              </a:rPr>
              <a:t>type</a:t>
            </a:r>
            <a:r>
              <a:rPr sz="1300" b="0">
                <a:solidFill>
                  <a:srgbClr val="000000"/>
                </a:solidFill>
                <a:latin typeface="Montserrat Light"/>
              </a:rPr>
              <a:t> (what it looks for) and a </a:t>
            </a:r>
            <a:r>
              <a:rPr sz="1300" b="1">
                <a:solidFill>
                  <a:srgbClr val="000000"/>
                </a:solidFill>
                <a:latin typeface="Montserrat"/>
              </a:rPr>
              <a:t>behavior</a:t>
            </a:r>
            <a:r>
              <a:rPr sz="1300" b="0">
                <a:solidFill>
                  <a:srgbClr val="000000"/>
                </a:solidFill>
                <a:latin typeface="Montserrat Light"/>
              </a:rPr>
              <a:t> (what happens on a match). Presidio's anonymizer has no behavior: it </a:t>
            </a:r>
            <a:r>
              <a:rPr sz="1300" b="1">
                <a:solidFill>
                  <a:srgbClr val="000000"/>
                </a:solidFill>
                <a:latin typeface="Montserrat"/>
              </a:rPr>
              <a:t>redacts</a:t>
            </a:r>
            <a:r>
              <a:rPr sz="1300" b="0">
                <a:solidFill>
                  <a:srgbClr val="000000"/>
                </a:solidFill>
                <a:latin typeface="Montserrat Light"/>
              </a:rPr>
              <a:t> and never blocks.</a:t>
            </a:r>
          </a:p>
        </p:txBody>
      </p:sp>
      <p:sp>
        <p:nvSpPr>
          <p:cNvPr id="5" name="Rectangle 4"/>
          <p:cNvSpPr/>
          <p:nvPr/>
        </p:nvSpPr>
        <p:spPr>
          <a:xfrm>
            <a:off x="429768" y="2468880"/>
            <a:ext cx="2560320" cy="1874519"/>
          </a:xfrm>
          <a:prstGeom prst="rect">
            <a:avLst/>
          </a:prstGeom>
          <a:solidFill>
            <a:srgbClr val="F2F2F2"/>
          </a:solidFill>
          <a:ln>
            <a:noFill/>
          </a:ln>
        </p:spPr>
        <p:txBody>
          <a:bodyPr rtlCol="0" anchor="ctr"/>
          <a:lstStyle/>
          <a:p>
            <a:pPr algn="ctr"/>
          </a:p>
        </p:txBody>
      </p:sp>
      <p:sp>
        <p:nvSpPr>
          <p:cNvPr id="6" name="TextBox 5"/>
          <p:cNvSpPr txBox="1"/>
          <p:nvPr/>
        </p:nvSpPr>
        <p:spPr>
          <a:xfrm>
            <a:off x="612647" y="2697480"/>
            <a:ext cx="2194560" cy="320040"/>
          </a:xfrm>
          <a:prstGeom prst="rect">
            <a:avLst/>
          </a:prstGeom>
          <a:noFill/>
        </p:spPr>
        <p:txBody>
          <a:bodyPr wrap="square" lIns="0" rIns="0" tIns="0" bIns="0" anchor="t">
            <a:spAutoFit/>
          </a:bodyPr>
          <a:lstStyle/>
          <a:p>
            <a:pPr marL="0" indent="0" algn="ctr">
              <a:spcAft>
                <a:spcPts val="800"/>
              </a:spcAft>
              <a:buNone/>
            </a:pPr>
            <a:r>
              <a:rPr sz="1100" b="1">
                <a:solidFill>
                  <a:srgbClr val="FFFFFF"/>
                </a:solidFill>
                <a:highlight>
                  <a:srgbClr val="0097A7"/>
                </a:highlight>
                <a:latin typeface="Montserrat"/>
              </a:rPr>
              <a:t>BLOCK</a:t>
            </a:r>
          </a:p>
        </p:txBody>
      </p:sp>
      <p:sp>
        <p:nvSpPr>
          <p:cNvPr id="7" name="TextBox 6"/>
          <p:cNvSpPr txBox="1"/>
          <p:nvPr/>
        </p:nvSpPr>
        <p:spPr>
          <a:xfrm>
            <a:off x="612647" y="3108960"/>
            <a:ext cx="2194560" cy="1097279"/>
          </a:xfrm>
          <a:prstGeom prst="rect">
            <a:avLst/>
          </a:prstGeom>
          <a:noFill/>
        </p:spPr>
        <p:txBody>
          <a:bodyPr wrap="square" lIns="0" rIns="0" tIns="0" bIns="0" anchor="t">
            <a:spAutoFit/>
          </a:bodyPr>
          <a:lstStyle/>
          <a:p>
            <a:pPr marL="0" indent="0" algn="ctr">
              <a:spcAft>
                <a:spcPts val="800"/>
              </a:spcAft>
              <a:buNone/>
            </a:pPr>
            <a:r>
              <a:rPr sz="1200" b="0">
                <a:solidFill>
                  <a:srgbClr val="575757"/>
                </a:solidFill>
                <a:latin typeface="Montserrat Light"/>
              </a:rPr>
              <a:t>HTTP 400 guardrail_error. The model is not called.</a:t>
            </a:r>
          </a:p>
        </p:txBody>
      </p:sp>
      <p:sp>
        <p:nvSpPr>
          <p:cNvPr id="8" name="Rectangle 7"/>
          <p:cNvSpPr/>
          <p:nvPr/>
        </p:nvSpPr>
        <p:spPr>
          <a:xfrm>
            <a:off x="3264408" y="2468880"/>
            <a:ext cx="2560320" cy="1874519"/>
          </a:xfrm>
          <a:prstGeom prst="rect">
            <a:avLst/>
          </a:prstGeom>
          <a:solidFill>
            <a:srgbClr val="F2F2F2"/>
          </a:solidFill>
          <a:ln>
            <a:noFill/>
          </a:ln>
        </p:spPr>
        <p:txBody>
          <a:bodyPr rtlCol="0" anchor="ctr"/>
          <a:lstStyle/>
          <a:p>
            <a:pPr algn="ctr"/>
          </a:p>
        </p:txBody>
      </p:sp>
      <p:sp>
        <p:nvSpPr>
          <p:cNvPr id="9" name="TextBox 8"/>
          <p:cNvSpPr txBox="1"/>
          <p:nvPr/>
        </p:nvSpPr>
        <p:spPr>
          <a:xfrm>
            <a:off x="3447288" y="2697480"/>
            <a:ext cx="2194560" cy="320040"/>
          </a:xfrm>
          <a:prstGeom prst="rect">
            <a:avLst/>
          </a:prstGeom>
          <a:noFill/>
        </p:spPr>
        <p:txBody>
          <a:bodyPr wrap="square" lIns="0" rIns="0" tIns="0" bIns="0" anchor="t">
            <a:spAutoFit/>
          </a:bodyPr>
          <a:lstStyle/>
          <a:p>
            <a:pPr marL="0" indent="0" algn="ctr">
              <a:spcAft>
                <a:spcPts val="800"/>
              </a:spcAft>
              <a:buNone/>
            </a:pPr>
            <a:r>
              <a:rPr sz="1100" b="1">
                <a:solidFill>
                  <a:srgbClr val="FFFFFF"/>
                </a:solidFill>
                <a:highlight>
                  <a:srgbClr val="0097A7"/>
                </a:highlight>
                <a:latin typeface="Montserrat"/>
              </a:rPr>
              <a:t>SOFT BLOCK</a:t>
            </a:r>
          </a:p>
        </p:txBody>
      </p:sp>
      <p:sp>
        <p:nvSpPr>
          <p:cNvPr id="10" name="TextBox 9"/>
          <p:cNvSpPr txBox="1"/>
          <p:nvPr/>
        </p:nvSpPr>
        <p:spPr>
          <a:xfrm>
            <a:off x="3447288" y="3108960"/>
            <a:ext cx="2194560" cy="1097279"/>
          </a:xfrm>
          <a:prstGeom prst="rect">
            <a:avLst/>
          </a:prstGeom>
          <a:noFill/>
        </p:spPr>
        <p:txBody>
          <a:bodyPr wrap="square" lIns="0" rIns="0" tIns="0" bIns="0" anchor="t">
            <a:spAutoFit/>
          </a:bodyPr>
          <a:lstStyle/>
          <a:p>
            <a:pPr marL="0" indent="0" algn="ctr">
              <a:spcAft>
                <a:spcPts val="800"/>
              </a:spcAft>
              <a:buNone/>
            </a:pPr>
            <a:r>
              <a:rPr sz="1200" b="0">
                <a:solidFill>
                  <a:srgbClr val="575757"/>
                </a:solidFill>
                <a:latin typeface="Montserrat Light"/>
              </a:rPr>
              <a:t>HTTP 200 with a polite refusal. Usage is 0.</a:t>
            </a:r>
          </a:p>
        </p:txBody>
      </p:sp>
      <p:sp>
        <p:nvSpPr>
          <p:cNvPr id="11" name="Rectangle 10"/>
          <p:cNvSpPr/>
          <p:nvPr/>
        </p:nvSpPr>
        <p:spPr>
          <a:xfrm>
            <a:off x="6099048" y="2468880"/>
            <a:ext cx="2560320" cy="1874519"/>
          </a:xfrm>
          <a:prstGeom prst="rect">
            <a:avLst/>
          </a:prstGeom>
          <a:solidFill>
            <a:srgbClr val="F2F2F2"/>
          </a:solidFill>
          <a:ln>
            <a:noFill/>
          </a:ln>
        </p:spPr>
        <p:txBody>
          <a:bodyPr rtlCol="0" anchor="ctr"/>
          <a:lstStyle/>
          <a:p>
            <a:pPr algn="ctr"/>
          </a:p>
        </p:txBody>
      </p:sp>
      <p:sp>
        <p:nvSpPr>
          <p:cNvPr id="12" name="TextBox 11"/>
          <p:cNvSpPr txBox="1"/>
          <p:nvPr/>
        </p:nvSpPr>
        <p:spPr>
          <a:xfrm>
            <a:off x="6281928" y="2697480"/>
            <a:ext cx="2194560" cy="320040"/>
          </a:xfrm>
          <a:prstGeom prst="rect">
            <a:avLst/>
          </a:prstGeom>
          <a:noFill/>
        </p:spPr>
        <p:txBody>
          <a:bodyPr wrap="square" lIns="0" rIns="0" tIns="0" bIns="0" anchor="t">
            <a:spAutoFit/>
          </a:bodyPr>
          <a:lstStyle/>
          <a:p>
            <a:pPr marL="0" indent="0" algn="ctr">
              <a:spcAft>
                <a:spcPts val="800"/>
              </a:spcAft>
              <a:buNone/>
            </a:pPr>
            <a:r>
              <a:rPr sz="1100" b="1">
                <a:solidFill>
                  <a:srgbClr val="FFFFFF"/>
                </a:solidFill>
                <a:highlight>
                  <a:srgbClr val="0097A7"/>
                </a:highlight>
                <a:latin typeface="Montserrat"/>
              </a:rPr>
              <a:t>WARN</a:t>
            </a:r>
          </a:p>
        </p:txBody>
      </p:sp>
      <p:sp>
        <p:nvSpPr>
          <p:cNvPr id="13" name="TextBox 12"/>
          <p:cNvSpPr txBox="1"/>
          <p:nvPr/>
        </p:nvSpPr>
        <p:spPr>
          <a:xfrm>
            <a:off x="6281928" y="3108960"/>
            <a:ext cx="2194560" cy="1097279"/>
          </a:xfrm>
          <a:prstGeom prst="rect">
            <a:avLst/>
          </a:prstGeom>
          <a:noFill/>
        </p:spPr>
        <p:txBody>
          <a:bodyPr wrap="square" lIns="0" rIns="0" tIns="0" bIns="0" anchor="t">
            <a:spAutoFit/>
          </a:bodyPr>
          <a:lstStyle/>
          <a:p>
            <a:pPr marL="0" indent="0" algn="ctr">
              <a:spcAft>
                <a:spcPts val="800"/>
              </a:spcAft>
              <a:buNone/>
            </a:pPr>
            <a:r>
              <a:rPr sz="1200" b="0">
                <a:solidFill>
                  <a:srgbClr val="575757"/>
                </a:solidFill>
                <a:latin typeface="Montserrat Light"/>
              </a:rPr>
              <a:t>HTTP 200. Only a header and a metric tell you.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Input and Output</a:t>
            </a:r>
          </a:p>
        </p:txBody>
      </p:sp>
      <p:sp>
        <p:nvSpPr>
          <p:cNvPr id="3" name="Subtitle 2"/>
          <p:cNvSpPr>
            <a:spLocks noGrp="1"/>
          </p:cNvSpPr>
          <p:nvPr>
            <p:ph type="subTitle" idx="1"/>
          </p:nvPr>
        </p:nvSpPr>
        <p:spPr/>
        <p:txBody>
          <a:bodyPr/>
          <a:lstStyle/>
          <a:p>
            <a:r>
              <a:t>Two phases, two different scopes</a:t>
            </a:r>
          </a:p>
        </p:txBody>
      </p:sp>
      <p:sp>
        <p:nvSpPr>
          <p:cNvPr id="4" name="Text Placeholder 3"/>
          <p:cNvSpPr>
            <a:spLocks noGrp="1"/>
          </p:cNvSpPr>
          <p:nvPr>
            <p:ph type="body" idx="2"/>
          </p:nvPr>
        </p:nvSpPr>
        <p:spPr>
          <a:xfrm>
            <a:off x="429768" y="1554480"/>
            <a:ext cx="8229600" cy="2926080"/>
          </a:xfrm>
        </p:spPr>
        <p:txBody>
          <a:bodyPr wrap="square"/>
          <a:lstStyle/>
          <a:p>
            <a:pPr marL="0" indent="0">
              <a:spcAft>
                <a:spcPts val="800"/>
              </a:spcAft>
              <a:buNone/>
            </a:pPr>
            <a:r>
              <a:rPr sz="1300" b="1">
                <a:solidFill>
                  <a:srgbClr val="000000"/>
                </a:solidFill>
                <a:latin typeface="Montserrat"/>
              </a:rPr>
              <a:t>Input</a:t>
            </a:r>
            <a:r>
              <a:rPr sz="1300" b="0">
                <a:solidFill>
                  <a:srgbClr val="000000"/>
                </a:solidFill>
                <a:latin typeface="Montserrat Light"/>
              </a:rPr>
              <a:t> runs before the model. It checks the </a:t>
            </a:r>
            <a:r>
              <a:rPr sz="1300" b="1">
                <a:solidFill>
                  <a:srgbClr val="000000"/>
                </a:solidFill>
                <a:latin typeface="Montserrat"/>
              </a:rPr>
              <a:t>whole message list</a:t>
            </a:r>
            <a:r>
              <a:rPr sz="1300" b="0">
                <a:solidFill>
                  <a:srgbClr val="000000"/>
                </a:solidFill>
                <a:latin typeface="Montserrat Light"/>
              </a:rPr>
              <a:t>: the system prompt the gateway adds, and every user, assistant and tool message. Narrow it with message_window.</a:t>
            </a:r>
          </a:p>
          <a:p>
            <a:pPr marL="0" indent="0">
              <a:spcAft>
                <a:spcPts val="800"/>
              </a:spcAft>
              <a:buNone/>
            </a:pPr>
            <a:r>
              <a:rPr sz="1300" b="1">
                <a:solidFill>
                  <a:srgbClr val="000000"/>
                </a:solidFill>
                <a:latin typeface="Montserrat"/>
              </a:rPr>
              <a:t>Output</a:t>
            </a:r>
            <a:r>
              <a:rPr sz="1300" b="0">
                <a:solidFill>
                  <a:srgbClr val="000000"/>
                </a:solidFill>
                <a:latin typeface="Montserrat Light"/>
              </a:rPr>
              <a:t> runs after the model. It checks only the </a:t>
            </a:r>
            <a:r>
              <a:rPr sz="1300" b="1">
                <a:solidFill>
                  <a:srgbClr val="000000"/>
                </a:solidFill>
                <a:latin typeface="Montserrat"/>
              </a:rPr>
              <a:t>new reply</a:t>
            </a:r>
            <a:r>
              <a:rPr sz="1300" b="0">
                <a:solidFill>
                  <a:srgbClr val="000000"/>
                </a:solidFill>
                <a:latin typeface="Montserrat Light"/>
              </a:rPr>
              <a:t>, never the history.</a:t>
            </a:r>
          </a:p>
          <a:p>
            <a:pPr marL="228600" indent="-171450">
              <a:spcAft>
                <a:spcPts val="800"/>
              </a:spcAft>
              <a:buFont typeface="Arial"/>
              <a:buChar char="•"/>
            </a:pPr>
            <a:r>
              <a:rPr sz="1300" b="0">
                <a:solidFill>
                  <a:srgbClr val="000000"/>
                </a:solidFill>
                <a:latin typeface="Montserrat Light"/>
              </a:rPr>
              <a:t>where defaults to io: both phases</a:t>
            </a:r>
          </a:p>
          <a:p>
            <a:pPr marL="228600" indent="-171450">
              <a:spcAft>
                <a:spcPts val="800"/>
              </a:spcAft>
              <a:buFont typeface="Arial"/>
              <a:buChar char="•"/>
            </a:pPr>
            <a:r>
              <a:rPr sz="1300" b="0">
                <a:solidFill>
                  <a:srgbClr val="000000"/>
                </a:solidFill>
                <a:latin typeface="Montserrat Light"/>
              </a:rPr>
              <a:t>All redact guardrails run before all checks</a:t>
            </a:r>
          </a:p>
          <a:p>
            <a:pPr marL="228600" indent="-171450">
              <a:spcAft>
                <a:spcPts val="800"/>
              </a:spcAft>
              <a:buFont typeface="Arial"/>
              <a:buChar char="•"/>
            </a:pPr>
            <a:r>
              <a:rPr sz="1300" b="0">
                <a:solidFill>
                  <a:srgbClr val="000000"/>
                </a:solidFill>
                <a:latin typeface="Montserrat Light"/>
              </a:rPr>
              <a:t>Checks run one by one. The first block stops the rest.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When History Gets Stuck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Bad Message</a:t>
            </a:r>
          </a:p>
        </p:txBody>
      </p:sp>
      <p:sp>
        <p:nvSpPr>
          <p:cNvPr id="3" name="Subtitle 2"/>
          <p:cNvSpPr>
            <a:spLocks noGrp="1"/>
          </p:cNvSpPr>
          <p:nvPr>
            <p:ph type="subTitle" idx="1"/>
          </p:nvPr>
        </p:nvSpPr>
        <p:spPr/>
        <p:txBody>
          <a:bodyPr/>
          <a:lstStyle/>
          <a:p>
            <a:r>
              <a:t>The app keeps it, so the chat stays blocked</a:t>
            </a:r>
          </a:p>
        </p:txBody>
      </p:sp>
      <p:sp>
        <p:nvSpPr>
          <p:cNvPr id="4" name="Text Placeholder 3"/>
          <p:cNvSpPr>
            <a:spLocks noGrp="1"/>
          </p:cNvSpPr>
          <p:nvPr>
            <p:ph type="body" idx="3"/>
          </p:nvPr>
        </p:nvSpPr>
        <p:spPr>
          <a:xfrm>
            <a:off x="429768" y="1554480"/>
            <a:ext cx="4572000" cy="2926080"/>
          </a:xfrm>
        </p:spPr>
        <p:txBody>
          <a:bodyPr wrap="square"/>
          <a:lstStyle/>
          <a:p>
            <a:pPr marL="0" indent="0">
              <a:spcAft>
                <a:spcPts val="800"/>
              </a:spcAft>
              <a:buNone/>
            </a:pPr>
            <a:r>
              <a:rPr sz="1300" b="0">
                <a:solidFill>
                  <a:srgbClr val="000000"/>
                </a:solidFill>
                <a:latin typeface="Montserrat Light"/>
              </a:rPr>
              <a:t>Turn 1: </a:t>
            </a:r>
            <a:r>
              <a:rPr sz="1300" b="1">
                <a:solidFill>
                  <a:srgbClr val="000000"/>
                </a:solidFill>
                <a:latin typeface="Montserrat"/>
              </a:rPr>
              <a:t>project-zeus</a:t>
            </a:r>
            <a:r>
              <a:rPr sz="1300" b="0">
                <a:solidFill>
                  <a:srgbClr val="000000"/>
                </a:solidFill>
                <a:latin typeface="Montserrat Light"/>
              </a:rPr>
              <a:t> is blocked. Like most chat apps, the app keeps the message.</a:t>
            </a:r>
          </a:p>
          <a:p>
            <a:pPr marL="0" indent="0">
              <a:spcAft>
                <a:spcPts val="800"/>
              </a:spcAft>
              <a:buNone/>
            </a:pPr>
            <a:r>
              <a:rPr sz="1300" b="0">
                <a:solidFill>
                  <a:srgbClr val="000000"/>
                </a:solidFill>
                <a:latin typeface="Montserrat Light"/>
              </a:rPr>
              <a:t>Turn 2: a clean question, but the old message is still in the history. </a:t>
            </a:r>
            <a:r>
              <a:rPr sz="1300" b="1">
                <a:solidFill>
                  <a:srgbClr val="000000"/>
                </a:solidFill>
                <a:latin typeface="Montserrat"/>
              </a:rPr>
              <a:t>Blocked again.</a:t>
            </a:r>
          </a:p>
          <a:p>
            <a:pPr marL="0" indent="0">
              <a:spcAft>
                <a:spcPts val="800"/>
              </a:spcAft>
              <a:buNone/>
            </a:pPr>
            <a:r>
              <a:rPr sz="1300" b="0">
                <a:solidFill>
                  <a:srgbClr val="000000"/>
                </a:solidFill>
                <a:latin typeface="Montserrat Light"/>
              </a:rPr>
              <a:t>The gateway stores nothing.</a:t>
            </a:r>
          </a:p>
          <a:p>
            <a:pPr marL="0" indent="0">
              <a:spcAft>
                <a:spcPts val="800"/>
              </a:spcAft>
              <a:buNone/>
            </a:pPr>
            <a:r>
              <a:rPr sz="1300" b="1">
                <a:solidFill>
                  <a:srgbClr val="FFFFFF"/>
                </a:solidFill>
                <a:highlight>
                  <a:srgbClr val="0097A7"/>
                </a:highlight>
                <a:latin typeface="Montserrat"/>
              </a:rPr>
              <a:t>Only the app can clean its history.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Who Decides What</a:t>
            </a:r>
          </a:p>
        </p:txBody>
      </p:sp>
      <p:sp>
        <p:nvSpPr>
          <p:cNvPr id="3" name="Subtitle 2"/>
          <p:cNvSpPr>
            <a:spLocks noGrp="1"/>
          </p:cNvSpPr>
          <p:nvPr>
            <p:ph type="subTitle" idx="1"/>
          </p:nvPr>
        </p:nvSpPr>
        <p:spPr/>
        <p:txBody>
          <a:bodyPr/>
          <a:lstStyle/>
          <a:p>
            <a:r>
              <a:t>The gateway checks, the app cleans</a:t>
            </a:r>
          </a:p>
        </p:txBody>
      </p:sp>
      <p:sp>
        <p:nvSpPr>
          <p:cNvPr id="4" name="Text Placeholder 3"/>
          <p:cNvSpPr>
            <a:spLocks noGrp="1"/>
          </p:cNvSpPr>
          <p:nvPr>
            <p:ph type="body" idx="3"/>
          </p:nvPr>
        </p:nvSpPr>
        <p:spPr>
          <a:xfrm>
            <a:off x="429768" y="1554480"/>
            <a:ext cx="4572000" cy="2926080"/>
          </a:xfrm>
        </p:spPr>
        <p:txBody>
          <a:bodyPr wrap="square"/>
          <a:lstStyle/>
          <a:p>
            <a:pPr marL="0" indent="0">
              <a:spcAft>
                <a:spcPts val="800"/>
              </a:spcAft>
              <a:buNone/>
            </a:pPr>
            <a:r>
              <a:rPr sz="1300" b="0">
                <a:solidFill>
                  <a:srgbClr val="000000"/>
                </a:solidFill>
                <a:latin typeface="Montserrat Light"/>
              </a:rPr>
              <a:t>The </a:t>
            </a:r>
            <a:r>
              <a:rPr sz="1300" b="1">
                <a:solidFill>
                  <a:srgbClr val="000000"/>
                </a:solidFill>
                <a:latin typeface="Montserrat"/>
              </a:rPr>
              <a:t>gateway</a:t>
            </a:r>
            <a:r>
              <a:rPr sz="1300" b="0">
                <a:solidFill>
                  <a:srgbClr val="000000"/>
                </a:solidFill>
                <a:latin typeface="Montserrat Light"/>
              </a:rPr>
              <a:t> checks and reports. It never changes the history, it only says which message triggered.</a:t>
            </a:r>
          </a:p>
          <a:p>
            <a:pPr marL="0" indent="0">
              <a:spcAft>
                <a:spcPts val="800"/>
              </a:spcAft>
              <a:buNone/>
            </a:pPr>
            <a:r>
              <a:rPr sz="1300" b="0">
                <a:solidFill>
                  <a:srgbClr val="000000"/>
                </a:solidFill>
                <a:latin typeface="Montserrat Light"/>
              </a:rPr>
              <a:t>The </a:t>
            </a:r>
            <a:r>
              <a:rPr sz="1300" b="1">
                <a:solidFill>
                  <a:srgbClr val="000000"/>
                </a:solidFill>
                <a:latin typeface="Montserrat"/>
              </a:rPr>
              <a:t>app</a:t>
            </a:r>
            <a:r>
              <a:rPr sz="1300" b="0">
                <a:solidFill>
                  <a:srgbClr val="000000"/>
                </a:solidFill>
                <a:latin typeface="Montserrat Light"/>
              </a:rPr>
              <a:t> owns the history. </a:t>
            </a:r>
            <a:r>
              <a:rPr sz="1300" b="1">
                <a:solidFill>
                  <a:srgbClr val="FFFFFF"/>
                </a:solidFill>
                <a:highlight>
                  <a:srgbClr val="0097A7"/>
                </a:highlight>
                <a:latin typeface="Montserrat"/>
              </a:rPr>
              <a:t>It decides what to keep, what to remove and what to send next.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Which Message Triggered?</a:t>
            </a:r>
          </a:p>
        </p:txBody>
      </p:sp>
      <p:sp>
        <p:nvSpPr>
          <p:cNvPr id="3" name="Subtitle 2"/>
          <p:cNvSpPr>
            <a:spLocks noGrp="1"/>
          </p:cNvSpPr>
          <p:nvPr>
            <p:ph type="subTitle" idx="1"/>
          </p:nvPr>
        </p:nvSpPr>
        <p:spPr/>
        <p:txBody>
          <a:bodyPr/>
          <a:lstStyle/>
          <a:p>
            <a:r>
              <a:t>reason.message_index, in the full list</a:t>
            </a:r>
          </a:p>
        </p:txBody>
      </p:sp>
      <p:sp>
        <p:nvSpPr>
          <p:cNvPr id="4" name="Text Placeholder 3"/>
          <p:cNvSpPr>
            <a:spLocks noGrp="1"/>
          </p:cNvSpPr>
          <p:nvPr>
            <p:ph type="body" idx="2"/>
          </p:nvPr>
        </p:nvSpPr>
        <p:spPr>
          <a:xfrm>
            <a:off x="429768" y="1554480"/>
            <a:ext cx="8229600" cy="2926080"/>
          </a:xfrm>
        </p:spPr>
        <p:txBody>
          <a:bodyPr wrap="square"/>
          <a:lstStyle/>
          <a:p>
            <a:pPr marL="0" indent="0">
              <a:spcAft>
                <a:spcPts val="800"/>
              </a:spcAft>
              <a:buNone/>
            </a:pPr>
            <a:r>
              <a:rPr sz="1300" b="0">
                <a:solidFill>
                  <a:srgbClr val="000000"/>
                </a:solidFill>
                <a:latin typeface="Montserrat Light"/>
              </a:rPr>
              <a:t>Only a block (400) says which message, in error.param.reason.</a:t>
            </a:r>
          </a:p>
          <a:p>
            <a:pPr marL="228600" indent="-171450">
              <a:spcAft>
                <a:spcPts val="800"/>
              </a:spcAft>
              <a:buFont typeface="Arial"/>
              <a:buChar char="•"/>
            </a:pPr>
            <a:r>
              <a:rPr sz="1300" b="1">
                <a:solidFill>
                  <a:srgbClr val="000000"/>
                </a:solidFill>
                <a:latin typeface="Montserrat"/>
              </a:rPr>
              <a:t>Pattern checks, Presidio</a:t>
            </a:r>
            <a:r>
              <a:rPr sz="1300" b="0">
                <a:solidFill>
                  <a:srgbClr val="000000"/>
                </a:solidFill>
                <a:latin typeface="Montserrat Light"/>
              </a:rPr>
              <a:t>: the exact message</a:t>
            </a:r>
          </a:p>
          <a:p>
            <a:pPr marL="228600" indent="-171450">
              <a:spcAft>
                <a:spcPts val="800"/>
              </a:spcAft>
              <a:buFont typeface="Arial"/>
              <a:buChar char="•"/>
            </a:pPr>
            <a:r>
              <a:rPr sz="1300" b="1">
                <a:solidFill>
                  <a:srgbClr val="000000"/>
                </a:solidFill>
                <a:latin typeface="Montserrat"/>
              </a:rPr>
              <a:t>Judges</a:t>
            </a:r>
            <a:r>
              <a:rPr sz="1300" b="0">
                <a:solidFill>
                  <a:srgbClr val="000000"/>
                </a:solidFill>
                <a:latin typeface="Montserrat Light"/>
              </a:rPr>
              <a:t>: null. message_indices lists what they read.</a:t>
            </a:r>
          </a:p>
          <a:p>
            <a:pPr marL="0" indent="0">
              <a:spcAft>
                <a:spcPts val="800"/>
              </a:spcAft>
              <a:buNone/>
            </a:pPr>
            <a:r>
              <a:rPr sz="1300" b="1">
                <a:solidFill>
                  <a:srgbClr val="000000"/>
                </a:solidFill>
                <a:latin typeface="Montserrat"/>
              </a:rPr>
              <a:t>Why?</a:t>
            </a:r>
            <a:r>
              <a:rPr sz="1300" b="0">
                <a:solidFill>
                  <a:srgbClr val="000000"/>
                </a:solidFill>
                <a:latin typeface="Montserrat Light"/>
              </a:rPr>
              <a:t> A judge reads the messages as one text. That is how it catches an attack split across turns, with one call per request.</a:t>
            </a:r>
          </a:p>
          <a:p>
            <a:pPr marL="0" indent="0">
              <a:spcAft>
                <a:spcPts val="800"/>
              </a:spcAft>
              <a:buNone/>
            </a:pPr>
            <a:r>
              <a:rPr sz="1300" b="1">
                <a:solidFill>
                  <a:srgbClr val="FFFFFF"/>
                </a:solidFill>
                <a:highlight>
                  <a:srgbClr val="0097A7"/>
                </a:highlight>
                <a:latin typeface="Montserrat"/>
              </a:rPr>
              <a:t>Need an exact index? Use a pattern check, or a judge on last.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 the Last Messages</a:t>
            </a:r>
          </a:p>
        </p:txBody>
      </p:sp>
      <p:sp>
        <p:nvSpPr>
          <p:cNvPr id="3" name="Subtitle 2"/>
          <p:cNvSpPr>
            <a:spLocks noGrp="1"/>
          </p:cNvSpPr>
          <p:nvPr>
            <p:ph type="subTitle" idx="1"/>
          </p:nvPr>
        </p:nvSpPr>
        <p:spPr/>
        <p:txBody>
          <a:bodyPr/>
          <a:lstStyle/>
          <a:p>
            <a:r>
              <a:t>message_window picks what a guardrail reads</a:t>
            </a:r>
          </a:p>
        </p:txBody>
      </p:sp>
      <p:sp>
        <p:nvSpPr>
          <p:cNvPr id="5" name="Rectangle 4"/>
          <p:cNvSpPr/>
          <p:nvPr/>
        </p:nvSpPr>
        <p:spPr>
          <a:xfrm>
            <a:off x="429768" y="1554480"/>
            <a:ext cx="2560320" cy="2788920"/>
          </a:xfrm>
          <a:prstGeom prst="rect">
            <a:avLst/>
          </a:prstGeom>
          <a:solidFill>
            <a:srgbClr val="F2F2F2"/>
          </a:solidFill>
          <a:ln>
            <a:noFill/>
          </a:ln>
        </p:spPr>
        <p:txBody>
          <a:bodyPr rtlCol="0" anchor="ctr"/>
          <a:lstStyle/>
          <a:p>
            <a:pPr algn="ctr"/>
          </a:p>
        </p:txBody>
      </p:sp>
      <p:sp>
        <p:nvSpPr>
          <p:cNvPr id="6" name="TextBox 5"/>
          <p:cNvSpPr txBox="1"/>
          <p:nvPr/>
        </p:nvSpPr>
        <p:spPr>
          <a:xfrm>
            <a:off x="612647" y="1783080"/>
            <a:ext cx="2194560" cy="320040"/>
          </a:xfrm>
          <a:prstGeom prst="rect">
            <a:avLst/>
          </a:prstGeom>
          <a:noFill/>
        </p:spPr>
        <p:txBody>
          <a:bodyPr wrap="square" lIns="0" rIns="0" tIns="0" bIns="0" anchor="t">
            <a:spAutoFit/>
          </a:bodyPr>
          <a:lstStyle/>
          <a:p>
            <a:pPr marL="0" indent="0" algn="ctr">
              <a:spcAft>
                <a:spcPts val="800"/>
              </a:spcAft>
              <a:buNone/>
            </a:pPr>
            <a:r>
              <a:rPr sz="1100" b="1">
                <a:solidFill>
                  <a:srgbClr val="FFFFFF"/>
                </a:solidFill>
                <a:highlight>
                  <a:srgbClr val="0097A7"/>
                </a:highlight>
                <a:latin typeface="Montserrat"/>
              </a:rPr>
              <a:t>ALL</a:t>
            </a:r>
          </a:p>
        </p:txBody>
      </p:sp>
      <p:sp>
        <p:nvSpPr>
          <p:cNvPr id="7" name="TextBox 6"/>
          <p:cNvSpPr txBox="1"/>
          <p:nvPr/>
        </p:nvSpPr>
        <p:spPr>
          <a:xfrm>
            <a:off x="612647" y="2194560"/>
            <a:ext cx="2194560" cy="2011680"/>
          </a:xfrm>
          <a:prstGeom prst="rect">
            <a:avLst/>
          </a:prstGeom>
          <a:noFill/>
        </p:spPr>
        <p:txBody>
          <a:bodyPr wrap="square" lIns="0" rIns="0" tIns="0" bIns="0" anchor="t">
            <a:spAutoFit/>
          </a:bodyPr>
          <a:lstStyle/>
          <a:p>
            <a:pPr marL="0" indent="0" algn="ctr">
              <a:spcAft>
                <a:spcPts val="800"/>
              </a:spcAft>
              <a:buNone/>
            </a:pPr>
            <a:r>
              <a:rPr sz="1200" b="0">
                <a:solidFill>
                  <a:srgbClr val="575757"/>
                </a:solidFill>
                <a:latin typeface="Montserrat Light"/>
              </a:rPr>
              <a:t>The default. Every message, every turn. One bad message keeps triggering.</a:t>
            </a:r>
          </a:p>
        </p:txBody>
      </p:sp>
      <p:sp>
        <p:nvSpPr>
          <p:cNvPr id="8" name="Rectangle 7"/>
          <p:cNvSpPr/>
          <p:nvPr/>
        </p:nvSpPr>
        <p:spPr>
          <a:xfrm>
            <a:off x="3264408" y="1554480"/>
            <a:ext cx="2560320" cy="2788920"/>
          </a:xfrm>
          <a:prstGeom prst="rect">
            <a:avLst/>
          </a:prstGeom>
          <a:solidFill>
            <a:srgbClr val="F2F2F2"/>
          </a:solidFill>
          <a:ln>
            <a:noFill/>
          </a:ln>
        </p:spPr>
        <p:txBody>
          <a:bodyPr rtlCol="0" anchor="ctr"/>
          <a:lstStyle/>
          <a:p>
            <a:pPr algn="ctr"/>
          </a:p>
        </p:txBody>
      </p:sp>
      <p:sp>
        <p:nvSpPr>
          <p:cNvPr id="9" name="TextBox 8"/>
          <p:cNvSpPr txBox="1"/>
          <p:nvPr/>
        </p:nvSpPr>
        <p:spPr>
          <a:xfrm>
            <a:off x="3447288" y="1783080"/>
            <a:ext cx="2194560" cy="320040"/>
          </a:xfrm>
          <a:prstGeom prst="rect">
            <a:avLst/>
          </a:prstGeom>
          <a:noFill/>
        </p:spPr>
        <p:txBody>
          <a:bodyPr wrap="square" lIns="0" rIns="0" tIns="0" bIns="0" anchor="t">
            <a:spAutoFit/>
          </a:bodyPr>
          <a:lstStyle/>
          <a:p>
            <a:pPr marL="0" indent="0" algn="ctr">
              <a:spcAft>
                <a:spcPts val="800"/>
              </a:spcAft>
              <a:buNone/>
            </a:pPr>
            <a:r>
              <a:rPr sz="1100" b="1">
                <a:solidFill>
                  <a:srgbClr val="FFFFFF"/>
                </a:solidFill>
                <a:highlight>
                  <a:srgbClr val="0097A7"/>
                </a:highlight>
                <a:latin typeface="Montserrat"/>
              </a:rPr>
              <a:t>LAST</a:t>
            </a:r>
          </a:p>
        </p:txBody>
      </p:sp>
      <p:sp>
        <p:nvSpPr>
          <p:cNvPr id="10" name="TextBox 9"/>
          <p:cNvSpPr txBox="1"/>
          <p:nvPr/>
        </p:nvSpPr>
        <p:spPr>
          <a:xfrm>
            <a:off x="3447288" y="2194560"/>
            <a:ext cx="2194560" cy="2011680"/>
          </a:xfrm>
          <a:prstGeom prst="rect">
            <a:avLst/>
          </a:prstGeom>
          <a:noFill/>
        </p:spPr>
        <p:txBody>
          <a:bodyPr wrap="square" lIns="0" rIns="0" tIns="0" bIns="0" anchor="t">
            <a:spAutoFit/>
          </a:bodyPr>
          <a:lstStyle/>
          <a:p>
            <a:pPr marL="0" indent="0" algn="ctr">
              <a:spcAft>
                <a:spcPts val="800"/>
              </a:spcAft>
              <a:buNone/>
            </a:pPr>
            <a:r>
              <a:rPr sz="1200" b="0">
                <a:solidFill>
                  <a:srgbClr val="575757"/>
                </a:solidFill>
                <a:latin typeface="Montserrat Light"/>
              </a:rPr>
              <a:t>Only the newest message. Never stuck, but older messages are not checked.</a:t>
            </a:r>
          </a:p>
        </p:txBody>
      </p:sp>
      <p:sp>
        <p:nvSpPr>
          <p:cNvPr id="11" name="Rectangle 10"/>
          <p:cNvSpPr/>
          <p:nvPr/>
        </p:nvSpPr>
        <p:spPr>
          <a:xfrm>
            <a:off x="6099048" y="1554480"/>
            <a:ext cx="2560320" cy="2788920"/>
          </a:xfrm>
          <a:prstGeom prst="rect">
            <a:avLst/>
          </a:prstGeom>
          <a:solidFill>
            <a:srgbClr val="F2F2F2"/>
          </a:solidFill>
          <a:ln>
            <a:noFill/>
          </a:ln>
        </p:spPr>
        <p:txBody>
          <a:bodyPr rtlCol="0" anchor="ctr"/>
          <a:lstStyle/>
          <a:p>
            <a:pPr algn="ctr"/>
          </a:p>
        </p:txBody>
      </p:sp>
      <p:sp>
        <p:nvSpPr>
          <p:cNvPr id="12" name="TextBox 11"/>
          <p:cNvSpPr txBox="1"/>
          <p:nvPr/>
        </p:nvSpPr>
        <p:spPr>
          <a:xfrm>
            <a:off x="6281928" y="1783080"/>
            <a:ext cx="2194560" cy="320040"/>
          </a:xfrm>
          <a:prstGeom prst="rect">
            <a:avLst/>
          </a:prstGeom>
          <a:noFill/>
        </p:spPr>
        <p:txBody>
          <a:bodyPr wrap="square" lIns="0" rIns="0" tIns="0" bIns="0" anchor="t">
            <a:spAutoFit/>
          </a:bodyPr>
          <a:lstStyle/>
          <a:p>
            <a:pPr marL="0" indent="0" algn="ctr">
              <a:spcAft>
                <a:spcPts val="800"/>
              </a:spcAft>
              <a:buNone/>
            </a:pPr>
            <a:r>
              <a:rPr sz="1100" b="1">
                <a:solidFill>
                  <a:srgbClr val="FFFFFF"/>
                </a:solidFill>
                <a:highlight>
                  <a:srgbClr val="0097A7"/>
                </a:highlight>
                <a:latin typeface="Montserrat"/>
              </a:rPr>
              <a:t>LAST 3</a:t>
            </a:r>
          </a:p>
        </p:txBody>
      </p:sp>
      <p:sp>
        <p:nvSpPr>
          <p:cNvPr id="13" name="TextBox 12"/>
          <p:cNvSpPr txBox="1"/>
          <p:nvPr/>
        </p:nvSpPr>
        <p:spPr>
          <a:xfrm>
            <a:off x="6281928" y="2194560"/>
            <a:ext cx="2194560" cy="2011680"/>
          </a:xfrm>
          <a:prstGeom prst="rect">
            <a:avLst/>
          </a:prstGeom>
          <a:noFill/>
        </p:spPr>
        <p:txBody>
          <a:bodyPr wrap="square" lIns="0" rIns="0" tIns="0" bIns="0" anchor="t">
            <a:spAutoFit/>
          </a:bodyPr>
          <a:lstStyle/>
          <a:p>
            <a:pPr marL="0" indent="0" algn="ctr">
              <a:spcAft>
                <a:spcPts val="800"/>
              </a:spcAft>
              <a:buNone/>
            </a:pPr>
            <a:r>
              <a:rPr sz="1200" b="0">
                <a:solidFill>
                  <a:srgbClr val="575757"/>
                </a:solidFill>
                <a:latin typeface="Montserrat Light"/>
              </a:rPr>
              <a:t>last_n with last_n: 3. The chat recovers once the bad message falls out.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Pick the Window</a:t>
            </a:r>
          </a:p>
        </p:txBody>
      </p:sp>
      <p:sp>
        <p:nvSpPr>
          <p:cNvPr id="3" name="Subtitle 2"/>
          <p:cNvSpPr>
            <a:spLocks noGrp="1"/>
          </p:cNvSpPr>
          <p:nvPr>
            <p:ph type="subTitle" idx="1"/>
          </p:nvPr>
        </p:nvSpPr>
        <p:spPr/>
        <p:txBody>
          <a:bodyPr/>
          <a:lstStyle/>
          <a:p>
            <a:r>
              <a:t>Start from what the check is for</a:t>
            </a:r>
          </a:p>
        </p:txBody>
      </p:sp>
      <p:sp>
        <p:nvSpPr>
          <p:cNvPr id="4" name="Text Placeholder 3"/>
          <p:cNvSpPr>
            <a:spLocks noGrp="1"/>
          </p:cNvSpPr>
          <p:nvPr>
            <p:ph type="body" idx="2"/>
          </p:nvPr>
        </p:nvSpPr>
        <p:spPr>
          <a:xfrm>
            <a:off x="429768" y="1554480"/>
            <a:ext cx="8229600" cy="320040"/>
          </a:xfrm>
        </p:spPr>
        <p:txBody>
          <a:bodyPr wrap="square"/>
          <a:lstStyle/>
          <a:p>
            <a:pPr marL="0" indent="0">
              <a:spcAft>
                <a:spcPts val="800"/>
              </a:spcAft>
              <a:buNone/>
            </a:pPr>
            <a:r>
              <a:rPr sz="1300" b="0">
                <a:solidFill>
                  <a:srgbClr val="000000"/>
                </a:solidFill>
                <a:latin typeface="Montserrat Light"/>
              </a:rPr>
              <a:t>Pick the window from the goal. </a:t>
            </a:r>
            <a:r>
              <a:rPr sz="1300" b="1">
                <a:solidFill>
                  <a:srgbClr val="000000"/>
                </a:solidFill>
                <a:latin typeface="Montserrat"/>
              </a:rPr>
              <a:t>One route can mix them.</a:t>
            </a:r>
          </a:p>
        </p:txBody>
      </p:sp>
      <p:graphicFrame>
        <p:nvGraphicFramePr>
          <p:cNvPr id="5" name="Table 4"/>
          <p:cNvGraphicFramePr>
            <a:graphicFrameLocks noGrp="1"/>
          </p:cNvGraphicFramePr>
          <p:nvPr/>
        </p:nvGraphicFramePr>
        <p:xfrm>
          <a:off x="429768" y="1965960"/>
          <a:ext cx="8229600" cy="2011680"/>
        </p:xfrm>
        <a:graphic>
          <a:graphicData uri="http://schemas.openxmlformats.org/drawingml/2006/table">
            <a:tbl>
              <a:tblPr firstRow="0" bandRow="0">
                <a:tableStyleId>{5C22544A-7EE6-4342-B048-85BDC9FD1C3A}</a:tableStyleId>
              </a:tblPr>
              <a:tblGrid>
                <a:gridCol w="3108960"/>
                <a:gridCol w="3291840"/>
                <a:gridCol w="1828800"/>
              </a:tblGrid>
              <a:tr h="502920">
                <a:tc>
                  <a:txBody>
                    <a:bodyPr wrap="square"/>
                    <a:lstStyle/>
                    <a:p>
                      <a:r>
                        <a:rPr sz="1000" b="1">
                          <a:solidFill>
                            <a:srgbClr val="FFFFFF"/>
                          </a:solidFill>
                          <a:latin typeface="Montserrat"/>
                        </a:rPr>
                        <a:t>Goal</a:t>
                      </a:r>
                    </a:p>
                  </a:txBody>
                  <a:tcPr anchor="ctr" marL="73152" marR="73152">
                    <a:solidFill>
                      <a:srgbClr val="0097A7"/>
                    </a:solidFill>
                  </a:tcPr>
                </a:tc>
                <a:tc>
                  <a:txBody>
                    <a:bodyPr wrap="square"/>
                    <a:lstStyle/>
                    <a:p>
                      <a:r>
                        <a:rPr sz="1000" b="1">
                          <a:solidFill>
                            <a:srgbClr val="FFFFFF"/>
                          </a:solidFill>
                          <a:latin typeface="Montserrat"/>
                        </a:rPr>
                        <a:t>Examples</a:t>
                      </a:r>
                    </a:p>
                  </a:txBody>
                  <a:tcPr anchor="ctr" marL="73152" marR="73152">
                    <a:solidFill>
                      <a:srgbClr val="0097A7"/>
                    </a:solidFill>
                  </a:tcPr>
                </a:tc>
                <a:tc>
                  <a:txBody>
                    <a:bodyPr wrap="square"/>
                    <a:lstStyle/>
                    <a:p>
                      <a:r>
                        <a:rPr sz="1000" b="1">
                          <a:solidFill>
                            <a:srgbClr val="FFFFFF"/>
                          </a:solidFill>
                          <a:latin typeface="Montserrat"/>
                        </a:rPr>
                        <a:t>Window</a:t>
                      </a:r>
                    </a:p>
                  </a:txBody>
                  <a:tcPr anchor="ctr" marL="73152" marR="73152">
                    <a:solidFill>
                      <a:srgbClr val="0097A7"/>
                    </a:solidFill>
                  </a:tcPr>
                </a:tc>
              </a:tr>
              <a:tr h="502920">
                <a:tc>
                  <a:txBody>
                    <a:bodyPr wrap="square"/>
                    <a:lstStyle/>
                    <a:p>
                      <a:r>
                        <a:rPr sz="1000" b="1">
                          <a:solidFill>
                            <a:srgbClr val="000000"/>
                          </a:solidFill>
                          <a:latin typeface="Montserrat"/>
                        </a:rPr>
                        <a:t>Must never reach the model</a:t>
                      </a:r>
                    </a:p>
                  </a:txBody>
                  <a:tcPr anchor="ctr" marL="73152" marR="73152">
                    <a:solidFill>
                      <a:srgbClr val="F2F2F2"/>
                    </a:solidFill>
                  </a:tcPr>
                </a:tc>
                <a:tc>
                  <a:txBody>
                    <a:bodyPr wrap="square"/>
                    <a:lstStyle/>
                    <a:p>
                      <a:r>
                        <a:rPr sz="1000" b="0">
                          <a:solidFill>
                            <a:srgbClr val="575757"/>
                          </a:solidFill>
                          <a:latin typeface="Montserrat Light"/>
                        </a:rPr>
                        <a:t>PII, secrets, attacks in older turns</a:t>
                      </a:r>
                    </a:p>
                  </a:txBody>
                  <a:tcPr anchor="ctr" marL="73152" marR="73152">
                    <a:solidFill>
                      <a:srgbClr val="FFFFFF"/>
                    </a:solidFill>
                  </a:tcPr>
                </a:tc>
                <a:tc>
                  <a:txBody>
                    <a:bodyPr wrap="square"/>
                    <a:lstStyle/>
                    <a:p>
                      <a:r>
                        <a:rPr sz="1000" b="0">
                          <a:solidFill>
                            <a:srgbClr val="575757"/>
                          </a:solidFill>
                          <a:latin typeface="Montserrat Light"/>
                        </a:rPr>
                        <a:t>all</a:t>
                      </a:r>
                    </a:p>
                  </a:txBody>
                  <a:tcPr anchor="ctr" marL="73152" marR="73152">
                    <a:solidFill>
                      <a:srgbClr val="FFFFFF"/>
                    </a:solidFill>
                  </a:tcPr>
                </a:tc>
              </a:tr>
              <a:tr h="502920">
                <a:tc>
                  <a:txBody>
                    <a:bodyPr wrap="square"/>
                    <a:lstStyle/>
                    <a:p>
                      <a:r>
                        <a:rPr sz="1000" b="1">
                          <a:solidFill>
                            <a:srgbClr val="000000"/>
                          </a:solidFill>
                          <a:latin typeface="Montserrat"/>
                        </a:rPr>
                        <a:t>About the question now</a:t>
                      </a:r>
                    </a:p>
                  </a:txBody>
                  <a:tcPr anchor="ctr" marL="73152" marR="73152">
                    <a:solidFill>
                      <a:srgbClr val="F2F2F2"/>
                    </a:solidFill>
                  </a:tcPr>
                </a:tc>
                <a:tc>
                  <a:txBody>
                    <a:bodyPr wrap="square"/>
                    <a:lstStyle/>
                    <a:p>
                      <a:r>
                        <a:rPr sz="1000" b="0">
                          <a:solidFill>
                            <a:srgbClr val="575757"/>
                          </a:solidFill>
                          <a:latin typeface="Montserrat Light"/>
                        </a:rPr>
                        <a:t>topic, tone, format</a:t>
                      </a:r>
                    </a:p>
                  </a:txBody>
                  <a:tcPr anchor="ctr" marL="73152" marR="73152">
                    <a:solidFill>
                      <a:srgbClr val="FFFFFF"/>
                    </a:solidFill>
                  </a:tcPr>
                </a:tc>
                <a:tc>
                  <a:txBody>
                    <a:bodyPr wrap="square"/>
                    <a:lstStyle/>
                    <a:p>
                      <a:r>
                        <a:rPr sz="1000" b="0">
                          <a:solidFill>
                            <a:srgbClr val="575757"/>
                          </a:solidFill>
                          <a:latin typeface="Montserrat Light"/>
                        </a:rPr>
                        <a:t>last</a:t>
                      </a:r>
                    </a:p>
                  </a:txBody>
                  <a:tcPr anchor="ctr" marL="73152" marR="73152">
                    <a:solidFill>
                      <a:srgbClr val="FFFFFF"/>
                    </a:solidFill>
                  </a:tcPr>
                </a:tc>
              </a:tr>
              <a:tr h="502920">
                <a:tc>
                  <a:txBody>
                    <a:bodyPr wrap="square"/>
                    <a:lstStyle/>
                    <a:p>
                      <a:r>
                        <a:rPr sz="1000" b="1">
                          <a:solidFill>
                            <a:srgbClr val="000000"/>
                          </a:solidFill>
                          <a:latin typeface="Montserrat"/>
                        </a:rPr>
                        <a:t>Needs recent context</a:t>
                      </a:r>
                    </a:p>
                  </a:txBody>
                  <a:tcPr anchor="ctr" marL="73152" marR="73152">
                    <a:solidFill>
                      <a:srgbClr val="F2F2F2"/>
                    </a:solidFill>
                  </a:tcPr>
                </a:tc>
                <a:tc>
                  <a:txBody>
                    <a:bodyPr wrap="square"/>
                    <a:lstStyle/>
                    <a:p>
                      <a:r>
                        <a:rPr sz="1000" b="0">
                          <a:solidFill>
                            <a:srgbClr val="575757"/>
                          </a:solidFill>
                          <a:latin typeface="Montserrat Light"/>
                        </a:rPr>
                        <a:t>split attacks, follow-ups</a:t>
                      </a:r>
                    </a:p>
                  </a:txBody>
                  <a:tcPr anchor="ctr" marL="73152" marR="73152">
                    <a:solidFill>
                      <a:srgbClr val="FFFFFF"/>
                    </a:solidFill>
                  </a:tcPr>
                </a:tc>
                <a:tc>
                  <a:txBody>
                    <a:bodyPr wrap="square"/>
                    <a:lstStyle/>
                    <a:p>
                      <a:r>
                        <a:rPr sz="1000" b="0">
                          <a:solidFill>
                            <a:srgbClr val="575757"/>
                          </a:solidFill>
                          <a:latin typeface="Montserrat Light"/>
                        </a:rPr>
                        <a:t>last_n</a:t>
                      </a:r>
                    </a:p>
                  </a:txBody>
                  <a:tcPr anchor="ctr" marL="73152" marR="73152">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